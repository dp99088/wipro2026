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  <p:sldId id="305" r:id="rId16"/>
    <p:sldId id="308" r:id="rId17"/>
    <p:sldId id="270" r:id="rId18"/>
    <p:sldId id="271" r:id="rId19"/>
    <p:sldId id="272" r:id="rId20"/>
    <p:sldId id="273" r:id="rId21"/>
    <p:sldId id="274" r:id="rId22"/>
    <p:sldId id="278" r:id="rId23"/>
    <p:sldId id="276" r:id="rId24"/>
    <p:sldId id="307" r:id="rId25"/>
    <p:sldId id="306" r:id="rId26"/>
    <p:sldId id="275" r:id="rId27"/>
    <p:sldId id="309" r:id="rId28"/>
    <p:sldId id="277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10" r:id="rId54"/>
    <p:sldId id="303" r:id="rId55"/>
    <p:sldId id="304" r:id="rId5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A80C05-051A-4D63-B4EC-D5B8B05C0C92}" v="31" dt="2026-02-22T16:02:42.4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23" autoAdjust="0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20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RAMAKRISHNA M" userId="f96e5a9a98710237" providerId="LiveId" clId="{10C7B441-468C-4DFD-80C8-3A694B44DD52}"/>
    <pc:docChg chg="undo custSel addSld modSld sldOrd">
      <pc:chgData name="ABHIRAMAKRISHNA M" userId="f96e5a9a98710237" providerId="LiveId" clId="{10C7B441-468C-4DFD-80C8-3A694B44DD52}" dt="2026-02-23T12:14:24.825" v="796" actId="20577"/>
      <pc:docMkLst>
        <pc:docMk/>
      </pc:docMkLst>
      <pc:sldChg chg="addSp delSp modSp mod">
        <pc:chgData name="ABHIRAMAKRISHNA M" userId="f96e5a9a98710237" providerId="LiveId" clId="{10C7B441-468C-4DFD-80C8-3A694B44DD52}" dt="2026-02-22T16:03:00.304" v="736" actId="207"/>
        <pc:sldMkLst>
          <pc:docMk/>
          <pc:sldMk cId="0" sldId="256"/>
        </pc:sldMkLst>
        <pc:spChg chg="del">
          <ac:chgData name="ABHIRAMAKRISHNA M" userId="f96e5a9a98710237" providerId="LiveId" clId="{10C7B441-468C-4DFD-80C8-3A694B44DD52}" dt="2026-02-22T15:57:01.463" v="627" actId="478"/>
          <ac:spMkLst>
            <pc:docMk/>
            <pc:sldMk cId="0" sldId="256"/>
            <ac:spMk id="12" creationId="{00000000-0000-0000-0000-000000000000}"/>
          </ac:spMkLst>
        </pc:spChg>
        <pc:spChg chg="del mod">
          <ac:chgData name="ABHIRAMAKRISHNA M" userId="f96e5a9a98710237" providerId="LiveId" clId="{10C7B441-468C-4DFD-80C8-3A694B44DD52}" dt="2026-02-22T15:57:01.463" v="627" actId="478"/>
          <ac:spMkLst>
            <pc:docMk/>
            <pc:sldMk cId="0" sldId="256"/>
            <ac:spMk id="24" creationId="{00000000-0000-0000-0000-000000000000}"/>
          </ac:spMkLst>
        </pc:spChg>
        <pc:spChg chg="del mod">
          <ac:chgData name="ABHIRAMAKRISHNA M" userId="f96e5a9a98710237" providerId="LiveId" clId="{10C7B441-468C-4DFD-80C8-3A694B44DD52}" dt="2026-02-22T15:57:01.463" v="627" actId="478"/>
          <ac:spMkLst>
            <pc:docMk/>
            <pc:sldMk cId="0" sldId="256"/>
            <ac:spMk id="25" creationId="{00000000-0000-0000-0000-000000000000}"/>
          </ac:spMkLst>
        </pc:spChg>
        <pc:spChg chg="del">
          <ac:chgData name="ABHIRAMAKRISHNA M" userId="f96e5a9a98710237" providerId="LiveId" clId="{10C7B441-468C-4DFD-80C8-3A694B44DD52}" dt="2026-02-22T15:57:01.463" v="627" actId="478"/>
          <ac:spMkLst>
            <pc:docMk/>
            <pc:sldMk cId="0" sldId="256"/>
            <ac:spMk id="26" creationId="{00000000-0000-0000-0000-000000000000}"/>
          </ac:spMkLst>
        </pc:spChg>
        <pc:spChg chg="del">
          <ac:chgData name="ABHIRAMAKRISHNA M" userId="f96e5a9a98710237" providerId="LiveId" clId="{10C7B441-468C-4DFD-80C8-3A694B44DD52}" dt="2026-02-22T15:57:01.463" v="627" actId="478"/>
          <ac:spMkLst>
            <pc:docMk/>
            <pc:sldMk cId="0" sldId="256"/>
            <ac:spMk id="28" creationId="{00000000-0000-0000-0000-000000000000}"/>
          </ac:spMkLst>
        </pc:spChg>
        <pc:spChg chg="del">
          <ac:chgData name="ABHIRAMAKRISHNA M" userId="f96e5a9a98710237" providerId="LiveId" clId="{10C7B441-468C-4DFD-80C8-3A694B44DD52}" dt="2026-02-22T15:57:01.463" v="627" actId="478"/>
          <ac:spMkLst>
            <pc:docMk/>
            <pc:sldMk cId="0" sldId="256"/>
            <ac:spMk id="34" creationId="{00000000-0000-0000-0000-000000000000}"/>
          </ac:spMkLst>
        </pc:spChg>
        <pc:spChg chg="del">
          <ac:chgData name="ABHIRAMAKRISHNA M" userId="f96e5a9a98710237" providerId="LiveId" clId="{10C7B441-468C-4DFD-80C8-3A694B44DD52}" dt="2026-02-22T15:57:01.463" v="627" actId="478"/>
          <ac:spMkLst>
            <pc:docMk/>
            <pc:sldMk cId="0" sldId="256"/>
            <ac:spMk id="39" creationId="{00000000-0000-0000-0000-000000000000}"/>
          </ac:spMkLst>
        </pc:spChg>
        <pc:spChg chg="del">
          <ac:chgData name="ABHIRAMAKRISHNA M" userId="f96e5a9a98710237" providerId="LiveId" clId="{10C7B441-468C-4DFD-80C8-3A694B44DD52}" dt="2026-02-22T15:57:01.463" v="627" actId="478"/>
          <ac:spMkLst>
            <pc:docMk/>
            <pc:sldMk cId="0" sldId="256"/>
            <ac:spMk id="43" creationId="{00000000-0000-0000-0000-000000000000}"/>
          </ac:spMkLst>
        </pc:spChg>
        <pc:spChg chg="del">
          <ac:chgData name="ABHIRAMAKRISHNA M" userId="f96e5a9a98710237" providerId="LiveId" clId="{10C7B441-468C-4DFD-80C8-3A694B44DD52}" dt="2026-02-22T15:57:01.463" v="627" actId="478"/>
          <ac:spMkLst>
            <pc:docMk/>
            <pc:sldMk cId="0" sldId="256"/>
            <ac:spMk id="63" creationId="{00000000-0000-0000-0000-000000000000}"/>
          </ac:spMkLst>
        </pc:spChg>
        <pc:spChg chg="del">
          <ac:chgData name="ABHIRAMAKRISHNA M" userId="f96e5a9a98710237" providerId="LiveId" clId="{10C7B441-468C-4DFD-80C8-3A694B44DD52}" dt="2026-02-22T15:57:01.463" v="627" actId="478"/>
          <ac:spMkLst>
            <pc:docMk/>
            <pc:sldMk cId="0" sldId="256"/>
            <ac:spMk id="64" creationId="{00000000-0000-0000-0000-000000000000}"/>
          </ac:spMkLst>
        </pc:spChg>
        <pc:spChg chg="add mod">
          <ac:chgData name="ABHIRAMAKRISHNA M" userId="f96e5a9a98710237" providerId="LiveId" clId="{10C7B441-468C-4DFD-80C8-3A694B44DD52}" dt="2026-02-22T15:57:26.751" v="628"/>
          <ac:spMkLst>
            <pc:docMk/>
            <pc:sldMk cId="0" sldId="256"/>
            <ac:spMk id="82" creationId="{9B1F7532-EE39-9DD6-1F27-C7B1C23D52C0}"/>
          </ac:spMkLst>
        </pc:spChg>
        <pc:spChg chg="mod">
          <ac:chgData name="ABHIRAMAKRISHNA M" userId="f96e5a9a98710237" providerId="LiveId" clId="{10C7B441-468C-4DFD-80C8-3A694B44DD52}" dt="2026-02-22T15:58:13.931" v="645" actId="20577"/>
          <ac:spMkLst>
            <pc:docMk/>
            <pc:sldMk cId="0" sldId="256"/>
            <ac:spMk id="83" creationId="{601770FE-7C5E-0CBF-26D0-D8951E778D59}"/>
          </ac:spMkLst>
        </pc:spChg>
        <pc:spChg chg="mod">
          <ac:chgData name="ABHIRAMAKRISHNA M" userId="f96e5a9a98710237" providerId="LiveId" clId="{10C7B441-468C-4DFD-80C8-3A694B44DD52}" dt="2026-02-22T15:58:23.700" v="664" actId="20577"/>
          <ac:spMkLst>
            <pc:docMk/>
            <pc:sldMk cId="0" sldId="256"/>
            <ac:spMk id="84" creationId="{6CD57C54-F417-7700-00F3-98F28440C00E}"/>
          </ac:spMkLst>
        </pc:spChg>
        <pc:spChg chg="mod">
          <ac:chgData name="ABHIRAMAKRISHNA M" userId="f96e5a9a98710237" providerId="LiveId" clId="{10C7B441-468C-4DFD-80C8-3A694B44DD52}" dt="2026-02-22T15:58:33.012" v="678" actId="20577"/>
          <ac:spMkLst>
            <pc:docMk/>
            <pc:sldMk cId="0" sldId="256"/>
            <ac:spMk id="85" creationId="{FB287E72-1EFB-BD9E-8DFC-A42AF80AA7C3}"/>
          </ac:spMkLst>
        </pc:spChg>
        <pc:spChg chg="mod">
          <ac:chgData name="ABHIRAMAKRISHNA M" userId="f96e5a9a98710237" providerId="LiveId" clId="{10C7B441-468C-4DFD-80C8-3A694B44DD52}" dt="2026-02-22T15:58:39.022" v="690" actId="20577"/>
          <ac:spMkLst>
            <pc:docMk/>
            <pc:sldMk cId="0" sldId="256"/>
            <ac:spMk id="86" creationId="{7E729022-5626-7A11-27F1-815D8CA5FBD9}"/>
          </ac:spMkLst>
        </pc:spChg>
        <pc:spChg chg="mod">
          <ac:chgData name="ABHIRAMAKRISHNA M" userId="f96e5a9a98710237" providerId="LiveId" clId="{10C7B441-468C-4DFD-80C8-3A694B44DD52}" dt="2026-02-22T15:58:48.354" v="711" actId="20577"/>
          <ac:spMkLst>
            <pc:docMk/>
            <pc:sldMk cId="0" sldId="256"/>
            <ac:spMk id="87" creationId="{7801D14B-2293-133C-180A-73E71790D38E}"/>
          </ac:spMkLst>
        </pc:spChg>
        <pc:spChg chg="mod">
          <ac:chgData name="ABHIRAMAKRISHNA M" userId="f96e5a9a98710237" providerId="LiveId" clId="{10C7B441-468C-4DFD-80C8-3A694B44DD52}" dt="2026-02-22T15:58:55.074" v="722" actId="20577"/>
          <ac:spMkLst>
            <pc:docMk/>
            <pc:sldMk cId="0" sldId="256"/>
            <ac:spMk id="88" creationId="{7A46F268-5C17-2AD2-07F5-41282E9B2E8F}"/>
          </ac:spMkLst>
        </pc:spChg>
        <pc:spChg chg="add mod">
          <ac:chgData name="ABHIRAMAKRISHNA M" userId="f96e5a9a98710237" providerId="LiveId" clId="{10C7B441-468C-4DFD-80C8-3A694B44DD52}" dt="2026-02-22T15:57:26.751" v="628"/>
          <ac:spMkLst>
            <pc:docMk/>
            <pc:sldMk cId="0" sldId="256"/>
            <ac:spMk id="89" creationId="{02535244-BCBD-482A-BDCE-311A6359ACC3}"/>
          </ac:spMkLst>
        </pc:spChg>
        <pc:spChg chg="add mod">
          <ac:chgData name="ABHIRAMAKRISHNA M" userId="f96e5a9a98710237" providerId="LiveId" clId="{10C7B441-468C-4DFD-80C8-3A694B44DD52}" dt="2026-02-22T15:57:26.751" v="628"/>
          <ac:spMkLst>
            <pc:docMk/>
            <pc:sldMk cId="0" sldId="256"/>
            <ac:spMk id="97" creationId="{5C02A529-A036-6B5B-E350-B37E2F7C5DF1}"/>
          </ac:spMkLst>
        </pc:spChg>
        <pc:spChg chg="add mod">
          <ac:chgData name="ABHIRAMAKRISHNA M" userId="f96e5a9a98710237" providerId="LiveId" clId="{10C7B441-468C-4DFD-80C8-3A694B44DD52}" dt="2026-02-22T15:57:26.751" v="628"/>
          <ac:spMkLst>
            <pc:docMk/>
            <pc:sldMk cId="0" sldId="256"/>
            <ac:spMk id="110" creationId="{25CE5171-0C07-1D55-6561-501A755D9AF2}"/>
          </ac:spMkLst>
        </pc:spChg>
        <pc:spChg chg="add mod">
          <ac:chgData name="ABHIRAMAKRISHNA M" userId="f96e5a9a98710237" providerId="LiveId" clId="{10C7B441-468C-4DFD-80C8-3A694B44DD52}" dt="2026-02-22T15:57:26.751" v="628"/>
          <ac:spMkLst>
            <pc:docMk/>
            <pc:sldMk cId="0" sldId="256"/>
            <ac:spMk id="113" creationId="{273D3F5D-8DF8-1E09-901A-27D411014775}"/>
          </ac:spMkLst>
        </pc:spChg>
        <pc:spChg chg="add mod">
          <ac:chgData name="ABHIRAMAKRISHNA M" userId="f96e5a9a98710237" providerId="LiveId" clId="{10C7B441-468C-4DFD-80C8-3A694B44DD52}" dt="2026-02-22T15:57:26.751" v="628"/>
          <ac:spMkLst>
            <pc:docMk/>
            <pc:sldMk cId="0" sldId="256"/>
            <ac:spMk id="114" creationId="{27E15FE5-CB3D-FE6F-AC31-9F4F5C4E1354}"/>
          </ac:spMkLst>
        </pc:spChg>
        <pc:spChg chg="add mod">
          <ac:chgData name="ABHIRAMAKRISHNA M" userId="f96e5a9a98710237" providerId="LiveId" clId="{10C7B441-468C-4DFD-80C8-3A694B44DD52}" dt="2026-02-22T15:57:26.751" v="628"/>
          <ac:spMkLst>
            <pc:docMk/>
            <pc:sldMk cId="0" sldId="256"/>
            <ac:spMk id="116" creationId="{6E0CF440-7FC7-B6E3-69BD-3734ACD12C7D}"/>
          </ac:spMkLst>
        </pc:spChg>
        <pc:spChg chg="add mod">
          <ac:chgData name="ABHIRAMAKRISHNA M" userId="f96e5a9a98710237" providerId="LiveId" clId="{10C7B441-468C-4DFD-80C8-3A694B44DD52}" dt="2026-02-22T15:57:26.751" v="628"/>
          <ac:spMkLst>
            <pc:docMk/>
            <pc:sldMk cId="0" sldId="256"/>
            <ac:spMk id="120" creationId="{FB6D160A-A00D-BCDA-2A47-D85CF2EC6851}"/>
          </ac:spMkLst>
        </pc:spChg>
        <pc:spChg chg="add mod">
          <ac:chgData name="ABHIRAMAKRISHNA M" userId="f96e5a9a98710237" providerId="LiveId" clId="{10C7B441-468C-4DFD-80C8-3A694B44DD52}" dt="2026-02-22T15:57:26.751" v="628"/>
          <ac:spMkLst>
            <pc:docMk/>
            <pc:sldMk cId="0" sldId="256"/>
            <ac:spMk id="121" creationId="{60BA7E6C-CE8D-40BA-372D-BD76A55F8D51}"/>
          </ac:spMkLst>
        </pc:spChg>
        <pc:spChg chg="mod">
          <ac:chgData name="ABHIRAMAKRISHNA M" userId="f96e5a9a98710237" providerId="LiveId" clId="{10C7B441-468C-4DFD-80C8-3A694B44DD52}" dt="2026-02-22T15:59:52.565" v="727" actId="14100"/>
          <ac:spMkLst>
            <pc:docMk/>
            <pc:sldMk cId="0" sldId="256"/>
            <ac:spMk id="126" creationId="{793A62F4-65B9-458D-C000-F841ADC03719}"/>
          </ac:spMkLst>
        </pc:spChg>
        <pc:spChg chg="mod">
          <ac:chgData name="ABHIRAMAKRISHNA M" userId="f96e5a9a98710237" providerId="LiveId" clId="{10C7B441-468C-4DFD-80C8-3A694B44DD52}" dt="2026-02-22T16:01:56.079" v="734" actId="207"/>
          <ac:spMkLst>
            <pc:docMk/>
            <pc:sldMk cId="0" sldId="256"/>
            <ac:spMk id="129" creationId="{C4A7FD3F-0371-AAD4-6522-37A155BBD9CA}"/>
          </ac:spMkLst>
        </pc:spChg>
        <pc:spChg chg="add mod">
          <ac:chgData name="ABHIRAMAKRISHNA M" userId="f96e5a9a98710237" providerId="LiveId" clId="{10C7B441-468C-4DFD-80C8-3A694B44DD52}" dt="2026-02-22T15:57:26.751" v="628"/>
          <ac:spMkLst>
            <pc:docMk/>
            <pc:sldMk cId="0" sldId="256"/>
            <ac:spMk id="132" creationId="{F598BE0D-4163-1582-8AFF-3246215C9E6E}"/>
          </ac:spMkLst>
        </pc:spChg>
        <pc:spChg chg="mod">
          <ac:chgData name="ABHIRAMAKRISHNA M" userId="f96e5a9a98710237" providerId="LiveId" clId="{10C7B441-468C-4DFD-80C8-3A694B44DD52}" dt="2026-02-22T16:03:00.304" v="736" actId="207"/>
          <ac:spMkLst>
            <pc:docMk/>
            <pc:sldMk cId="0" sldId="256"/>
            <ac:spMk id="133" creationId="{B415EDA9-867C-45BD-C395-C583E4707C24}"/>
          </ac:spMkLst>
        </pc:spChg>
      </pc:sldChg>
      <pc:sldChg chg="ord">
        <pc:chgData name="ABHIRAMAKRISHNA M" userId="f96e5a9a98710237" providerId="LiveId" clId="{10C7B441-468C-4DFD-80C8-3A694B44DD52}" dt="2026-02-21T10:26:39.574" v="3"/>
        <pc:sldMkLst>
          <pc:docMk/>
          <pc:sldMk cId="0" sldId="261"/>
        </pc:sldMkLst>
      </pc:sldChg>
      <pc:sldChg chg="addSp modSp mod">
        <pc:chgData name="ABHIRAMAKRISHNA M" userId="f96e5a9a98710237" providerId="LiveId" clId="{10C7B441-468C-4DFD-80C8-3A694B44DD52}" dt="2026-02-23T07:39:11.835" v="753" actId="14100"/>
        <pc:sldMkLst>
          <pc:docMk/>
          <pc:sldMk cId="0" sldId="267"/>
        </pc:sldMkLst>
        <pc:spChg chg="mod">
          <ac:chgData name="ABHIRAMAKRISHNA M" userId="f96e5a9a98710237" providerId="LiveId" clId="{10C7B441-468C-4DFD-80C8-3A694B44DD52}" dt="2026-02-21T10:36:42.714" v="195" actId="20577"/>
          <ac:spMkLst>
            <pc:docMk/>
            <pc:sldMk cId="0" sldId="267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0:29:38.495" v="159"/>
          <ac:picMkLst>
            <pc:docMk/>
            <pc:sldMk cId="0" sldId="267"/>
            <ac:picMk id="28" creationId="{50D8FF02-5564-2C43-696E-53809AEC937F}"/>
          </ac:picMkLst>
        </pc:picChg>
        <pc:picChg chg="add mod">
          <ac:chgData name="ABHIRAMAKRISHNA M" userId="f96e5a9a98710237" providerId="LiveId" clId="{10C7B441-468C-4DFD-80C8-3A694B44DD52}" dt="2026-02-23T07:39:11.835" v="753" actId="14100"/>
          <ac:picMkLst>
            <pc:docMk/>
            <pc:sldMk cId="0" sldId="267"/>
            <ac:picMk id="30" creationId="{5872ED9F-CDCB-1384-96C4-6A341315328A}"/>
          </ac:picMkLst>
        </pc:picChg>
      </pc:sldChg>
      <pc:sldChg chg="addSp modSp mod">
        <pc:chgData name="ABHIRAMAKRISHNA M" userId="f96e5a9a98710237" providerId="LiveId" clId="{10C7B441-468C-4DFD-80C8-3A694B44DD52}" dt="2026-02-23T07:37:45.173" v="742" actId="1076"/>
        <pc:sldMkLst>
          <pc:docMk/>
          <pc:sldMk cId="0" sldId="268"/>
        </pc:sldMkLst>
        <pc:spChg chg="mod">
          <ac:chgData name="ABHIRAMAKRISHNA M" userId="f96e5a9a98710237" providerId="LiveId" clId="{10C7B441-468C-4DFD-80C8-3A694B44DD52}" dt="2026-02-21T10:36:50.473" v="196" actId="20577"/>
          <ac:spMkLst>
            <pc:docMk/>
            <pc:sldMk cId="0" sldId="268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0:30:01.592" v="160"/>
          <ac:picMkLst>
            <pc:docMk/>
            <pc:sldMk cId="0" sldId="268"/>
            <ac:picMk id="27" creationId="{8D549371-D0A9-769C-D343-2489A361C41E}"/>
          </ac:picMkLst>
        </pc:picChg>
        <pc:picChg chg="add mod">
          <ac:chgData name="ABHIRAMAKRISHNA M" userId="f96e5a9a98710237" providerId="LiveId" clId="{10C7B441-468C-4DFD-80C8-3A694B44DD52}" dt="2026-02-23T07:37:45.173" v="742" actId="1076"/>
          <ac:picMkLst>
            <pc:docMk/>
            <pc:sldMk cId="0" sldId="268"/>
            <ac:picMk id="30" creationId="{6A2A85A2-DB8E-B9AD-1032-2D8A45085FD7}"/>
          </ac:picMkLst>
        </pc:picChg>
      </pc:sldChg>
      <pc:sldChg chg="modSp mod ord">
        <pc:chgData name="ABHIRAMAKRISHNA M" userId="f96e5a9a98710237" providerId="LiveId" clId="{10C7B441-468C-4DFD-80C8-3A694B44DD52}" dt="2026-02-22T07:50:46.066" v="626" actId="20577"/>
        <pc:sldMkLst>
          <pc:docMk/>
          <pc:sldMk cId="0" sldId="269"/>
        </pc:sldMkLst>
        <pc:spChg chg="mod">
          <ac:chgData name="ABHIRAMAKRISHNA M" userId="f96e5a9a98710237" providerId="LiveId" clId="{10C7B441-468C-4DFD-80C8-3A694B44DD52}" dt="2026-02-22T07:50:46.066" v="626" actId="20577"/>
          <ac:spMkLst>
            <pc:docMk/>
            <pc:sldMk cId="0" sldId="269"/>
            <ac:spMk id="14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2T06:22:14.780" v="539" actId="20577"/>
          <ac:spMkLst>
            <pc:docMk/>
            <pc:sldMk cId="0" sldId="269"/>
            <ac:spMk id="19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27:49.820" v="43" actId="20577"/>
          <ac:spMkLst>
            <pc:docMk/>
            <pc:sldMk cId="0" sldId="269"/>
            <ac:spMk id="34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2T06:22:19.458" v="553" actId="20577"/>
          <ac:spMkLst>
            <pc:docMk/>
            <pc:sldMk cId="0" sldId="269"/>
            <ac:spMk id="39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28:04.698" v="56" actId="20577"/>
          <ac:spMkLst>
            <pc:docMk/>
            <pc:sldMk cId="0" sldId="269"/>
            <ac:spMk id="54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2T06:22:24.886" v="566" actId="20577"/>
          <ac:spMkLst>
            <pc:docMk/>
            <pc:sldMk cId="0" sldId="269"/>
            <ac:spMk id="59" creationId="{00000000-0000-0000-0000-000000000000}"/>
          </ac:spMkLst>
        </pc:spChg>
      </pc:sldChg>
      <pc:sldChg chg="ord">
        <pc:chgData name="ABHIRAMAKRISHNA M" userId="f96e5a9a98710237" providerId="LiveId" clId="{10C7B441-468C-4DFD-80C8-3A694B44DD52}" dt="2026-02-23T10:19:48.531" v="755"/>
        <pc:sldMkLst>
          <pc:docMk/>
          <pc:sldMk cId="0" sldId="274"/>
        </pc:sldMkLst>
      </pc:sldChg>
      <pc:sldChg chg="addSp delSp modSp mod ord">
        <pc:chgData name="ABHIRAMAKRISHNA M" userId="f96e5a9a98710237" providerId="LiveId" clId="{10C7B441-468C-4DFD-80C8-3A694B44DD52}" dt="2026-02-23T12:14:24.825" v="796" actId="20577"/>
        <pc:sldMkLst>
          <pc:docMk/>
          <pc:sldMk cId="0" sldId="275"/>
        </pc:sldMkLst>
        <pc:spChg chg="mod">
          <ac:chgData name="ABHIRAMAKRISHNA M" userId="f96e5a9a98710237" providerId="LiveId" clId="{10C7B441-468C-4DFD-80C8-3A694B44DD52}" dt="2026-02-21T10:35:58.848" v="192" actId="1076"/>
          <ac:spMkLst>
            <pc:docMk/>
            <pc:sldMk cId="0" sldId="275"/>
            <ac:spMk id="2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3T12:14:24.825" v="796" actId="20577"/>
          <ac:spMkLst>
            <pc:docMk/>
            <pc:sldMk cId="0" sldId="275"/>
            <ac:spMk id="4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36:01.161" v="193" actId="20577"/>
          <ac:spMkLst>
            <pc:docMk/>
            <pc:sldMk cId="0" sldId="275"/>
            <ac:spMk id="5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38:51.419" v="219" actId="6549"/>
          <ac:spMkLst>
            <pc:docMk/>
            <pc:sldMk cId="0" sldId="275"/>
            <ac:spMk id="9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38:38.117" v="214" actId="20577"/>
          <ac:spMkLst>
            <pc:docMk/>
            <pc:sldMk cId="0" sldId="275"/>
            <ac:spMk id="22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38:42.709" v="216" actId="6549"/>
          <ac:spMkLst>
            <pc:docMk/>
            <pc:sldMk cId="0" sldId="275"/>
            <ac:spMk id="23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3T12:14:02.441" v="777" actId="14100"/>
          <ac:picMkLst>
            <pc:docMk/>
            <pc:sldMk cId="0" sldId="275"/>
            <ac:picMk id="10" creationId="{E265F15B-428C-A78A-3FCB-1F25C8562FBB}"/>
          </ac:picMkLst>
        </pc:picChg>
        <pc:picChg chg="add mod">
          <ac:chgData name="ABHIRAMAKRISHNA M" userId="f96e5a9a98710237" providerId="LiveId" clId="{10C7B441-468C-4DFD-80C8-3A694B44DD52}" dt="2026-02-23T12:14:09.288" v="779" actId="14100"/>
          <ac:picMkLst>
            <pc:docMk/>
            <pc:sldMk cId="0" sldId="275"/>
            <ac:picMk id="27" creationId="{07489F33-6400-7C2E-0D5F-529B7E80A21B}"/>
          </ac:picMkLst>
        </pc:picChg>
        <pc:picChg chg="add del mod">
          <ac:chgData name="ABHIRAMAKRISHNA M" userId="f96e5a9a98710237" providerId="LiveId" clId="{10C7B441-468C-4DFD-80C8-3A694B44DD52}" dt="2026-02-23T12:13:02.846" v="758" actId="478"/>
          <ac:picMkLst>
            <pc:docMk/>
            <pc:sldMk cId="0" sldId="275"/>
            <ac:picMk id="28" creationId="{81FBEBF2-5EF4-416A-915E-A6407FA33B84}"/>
          </ac:picMkLst>
        </pc:picChg>
        <pc:picChg chg="add del mod">
          <ac:chgData name="ABHIRAMAKRISHNA M" userId="f96e5a9a98710237" providerId="LiveId" clId="{10C7B441-468C-4DFD-80C8-3A694B44DD52}" dt="2026-02-23T12:13:37.641" v="768" actId="478"/>
          <ac:picMkLst>
            <pc:docMk/>
            <pc:sldMk cId="0" sldId="275"/>
            <ac:picMk id="29" creationId="{71D33B46-8BB9-4A33-3B11-6BC5976785F2}"/>
          </ac:picMkLst>
        </pc:picChg>
        <pc:picChg chg="add del mod">
          <ac:chgData name="ABHIRAMAKRISHNA M" userId="f96e5a9a98710237" providerId="LiveId" clId="{10C7B441-468C-4DFD-80C8-3A694B44DD52}" dt="2026-02-23T12:13:39.506" v="769" actId="478"/>
          <ac:picMkLst>
            <pc:docMk/>
            <pc:sldMk cId="0" sldId="275"/>
            <ac:picMk id="30" creationId="{52742B7F-85BD-8290-E173-D77B7A0F2645}"/>
          </ac:picMkLst>
        </pc:picChg>
      </pc:sldChg>
      <pc:sldChg chg="addSp modSp mod">
        <pc:chgData name="ABHIRAMAKRISHNA M" userId="f96e5a9a98710237" providerId="LiveId" clId="{10C7B441-468C-4DFD-80C8-3A694B44DD52}" dt="2026-02-21T10:36:13.896" v="194" actId="20577"/>
        <pc:sldMkLst>
          <pc:docMk/>
          <pc:sldMk cId="0" sldId="276"/>
        </pc:sldMkLst>
        <pc:spChg chg="mod">
          <ac:chgData name="ABHIRAMAKRISHNA M" userId="f96e5a9a98710237" providerId="LiveId" clId="{10C7B441-468C-4DFD-80C8-3A694B44DD52}" dt="2026-02-21T10:36:13.896" v="194" actId="20577"/>
          <ac:spMkLst>
            <pc:docMk/>
            <pc:sldMk cId="0" sldId="276"/>
            <ac:spMk id="5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34:37.128" v="182" actId="1076"/>
          <ac:spMkLst>
            <pc:docMk/>
            <pc:sldMk cId="0" sldId="276"/>
            <ac:spMk id="7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34:09.379" v="176" actId="107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34:24.436" v="180" actId="1076"/>
          <ac:spMkLst>
            <pc:docMk/>
            <pc:sldMk cId="0" sldId="276"/>
            <ac:spMk id="24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34:17.737" v="178" actId="1076"/>
          <ac:spMkLst>
            <pc:docMk/>
            <pc:sldMk cId="0" sldId="276"/>
            <ac:spMk id="25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34:05.448" v="175" actId="1076"/>
          <ac:spMkLst>
            <pc:docMk/>
            <pc:sldMk cId="0" sldId="276"/>
            <ac:spMk id="26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0:34:30.477" v="181" actId="14100"/>
          <ac:picMkLst>
            <pc:docMk/>
            <pc:sldMk cId="0" sldId="276"/>
            <ac:picMk id="28" creationId="{B1A388B9-CE01-0F43-3D48-34DB3D3C9088}"/>
          </ac:picMkLst>
        </pc:picChg>
      </pc:sldChg>
      <pc:sldChg chg="ord">
        <pc:chgData name="ABHIRAMAKRISHNA M" userId="f96e5a9a98710237" providerId="LiveId" clId="{10C7B441-468C-4DFD-80C8-3A694B44DD52}" dt="2026-02-21T10:26:11.709" v="1"/>
        <pc:sldMkLst>
          <pc:docMk/>
          <pc:sldMk cId="0" sldId="277"/>
        </pc:sldMkLst>
      </pc:sldChg>
      <pc:sldChg chg="modSp mod ord">
        <pc:chgData name="ABHIRAMAKRISHNA M" userId="f96e5a9a98710237" providerId="LiveId" clId="{10C7B441-468C-4DFD-80C8-3A694B44DD52}" dt="2026-02-23T07:23:09.452" v="739"/>
        <pc:sldMkLst>
          <pc:docMk/>
          <pc:sldMk cId="0" sldId="278"/>
        </pc:sldMkLst>
        <pc:spChg chg="mod">
          <ac:chgData name="ABHIRAMAKRISHNA M" userId="f96e5a9a98710237" providerId="LiveId" clId="{10C7B441-468C-4DFD-80C8-3A694B44DD52}" dt="2026-02-22T06:23:03.374" v="582" actId="20577"/>
          <ac:spMkLst>
            <pc:docMk/>
            <pc:sldMk cId="0" sldId="278"/>
            <ac:spMk id="14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2T06:23:14.305" v="605" actId="20577"/>
          <ac:spMkLst>
            <pc:docMk/>
            <pc:sldMk cId="0" sldId="278"/>
            <ac:spMk id="34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2T06:23:20.089" v="618" actId="20577"/>
          <ac:spMkLst>
            <pc:docMk/>
            <pc:sldMk cId="0" sldId="278"/>
            <ac:spMk id="54" creationId="{00000000-0000-0000-0000-000000000000}"/>
          </ac:spMkLst>
        </pc:spChg>
      </pc:sldChg>
      <pc:sldChg chg="addSp delSp modSp mod">
        <pc:chgData name="ABHIRAMAKRISHNA M" userId="f96e5a9a98710237" providerId="LiveId" clId="{10C7B441-468C-4DFD-80C8-3A694B44DD52}" dt="2026-02-21T10:51:38.525" v="361" actId="20577"/>
        <pc:sldMkLst>
          <pc:docMk/>
          <pc:sldMk cId="0" sldId="283"/>
        </pc:sldMkLst>
        <pc:spChg chg="mod">
          <ac:chgData name="ABHIRAMAKRISHNA M" userId="f96e5a9a98710237" providerId="LiveId" clId="{10C7B441-468C-4DFD-80C8-3A694B44DD52}" dt="2026-02-21T10:51:38.525" v="361" actId="20577"/>
          <ac:spMkLst>
            <pc:docMk/>
            <pc:sldMk cId="0" sldId="283"/>
            <ac:spMk id="5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45:46.065" v="292" actId="20577"/>
          <ac:spMkLst>
            <pc:docMk/>
            <pc:sldMk cId="0" sldId="283"/>
            <ac:spMk id="9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44:22.258" v="283" actId="20577"/>
          <ac:spMkLst>
            <pc:docMk/>
            <pc:sldMk cId="0" sldId="283"/>
            <ac:spMk id="11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46:59.291" v="303" actId="14100"/>
          <ac:spMkLst>
            <pc:docMk/>
            <pc:sldMk cId="0" sldId="283"/>
            <ac:spMk id="14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46:17.947" v="296" actId="1076"/>
          <ac:spMkLst>
            <pc:docMk/>
            <pc:sldMk cId="0" sldId="283"/>
            <ac:spMk id="15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46:47.488" v="301" actId="1076"/>
          <ac:spMkLst>
            <pc:docMk/>
            <pc:sldMk cId="0" sldId="283"/>
            <ac:spMk id="16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46:40.974" v="299" actId="1076"/>
          <ac:spMkLst>
            <pc:docMk/>
            <pc:sldMk cId="0" sldId="283"/>
            <ac:spMk id="17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47:15.756" v="305" actId="1076"/>
          <ac:spMkLst>
            <pc:docMk/>
            <pc:sldMk cId="0" sldId="283"/>
            <ac:spMk id="18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47:21.564" v="306" actId="1076"/>
          <ac:spMkLst>
            <pc:docMk/>
            <pc:sldMk cId="0" sldId="283"/>
            <ac:spMk id="19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47:33.883" v="308" actId="1076"/>
          <ac:spMkLst>
            <pc:docMk/>
            <pc:sldMk cId="0" sldId="283"/>
            <ac:spMk id="20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47:28.745" v="307" actId="1076"/>
          <ac:spMkLst>
            <pc:docMk/>
            <pc:sldMk cId="0" sldId="283"/>
            <ac:spMk id="21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0:48:03.457" v="314" actId="14100"/>
          <ac:picMkLst>
            <pc:docMk/>
            <pc:sldMk cId="0" sldId="283"/>
            <ac:picMk id="54" creationId="{49D99A95-F484-D6BD-D7E0-6CCF6DB2C9C0}"/>
          </ac:picMkLst>
        </pc:picChg>
      </pc:sldChg>
      <pc:sldChg chg="addSp delSp modSp mod">
        <pc:chgData name="ABHIRAMAKRISHNA M" userId="f96e5a9a98710237" providerId="LiveId" clId="{10C7B441-468C-4DFD-80C8-3A694B44DD52}" dt="2026-02-21T10:51:31.296" v="360" actId="20577"/>
        <pc:sldMkLst>
          <pc:docMk/>
          <pc:sldMk cId="0" sldId="284"/>
        </pc:sldMkLst>
        <pc:spChg chg="mod">
          <ac:chgData name="ABHIRAMAKRISHNA M" userId="f96e5a9a98710237" providerId="LiveId" clId="{10C7B441-468C-4DFD-80C8-3A694B44DD52}" dt="2026-02-21T10:51:31.296" v="360" actId="20577"/>
          <ac:spMkLst>
            <pc:docMk/>
            <pc:sldMk cId="0" sldId="284"/>
            <ac:spMk id="5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48:39.804" v="322" actId="20577"/>
          <ac:spMkLst>
            <pc:docMk/>
            <pc:sldMk cId="0" sldId="284"/>
            <ac:spMk id="9" creationId="{00000000-0000-0000-0000-000000000000}"/>
          </ac:spMkLst>
        </pc:spChg>
        <pc:spChg chg="add del mod">
          <ac:chgData name="ABHIRAMAKRISHNA M" userId="f96e5a9a98710237" providerId="LiveId" clId="{10C7B441-468C-4DFD-80C8-3A694B44DD52}" dt="2026-02-21T10:49:23.104" v="336" actId="1076"/>
          <ac:spMkLst>
            <pc:docMk/>
            <pc:sldMk cId="0" sldId="284"/>
            <ac:spMk id="14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49:48.855" v="343" actId="1076"/>
          <ac:spMkLst>
            <pc:docMk/>
            <pc:sldMk cId="0" sldId="284"/>
            <ac:spMk id="15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0:49:57.027" v="344" actId="1076"/>
          <ac:spMkLst>
            <pc:docMk/>
            <pc:sldMk cId="0" sldId="284"/>
            <ac:spMk id="17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0:51:12.207" v="359" actId="14100"/>
          <ac:picMkLst>
            <pc:docMk/>
            <pc:sldMk cId="0" sldId="284"/>
            <ac:picMk id="55" creationId="{238F1E96-334B-8D01-F52C-4347A3E753C6}"/>
          </ac:picMkLst>
        </pc:picChg>
      </pc:sldChg>
      <pc:sldChg chg="addSp modSp mod">
        <pc:chgData name="ABHIRAMAKRISHNA M" userId="f96e5a9a98710237" providerId="LiveId" clId="{10C7B441-468C-4DFD-80C8-3A694B44DD52}" dt="2026-02-21T10:52:38.809" v="372" actId="14100"/>
        <pc:sldMkLst>
          <pc:docMk/>
          <pc:sldMk cId="0" sldId="285"/>
        </pc:sldMkLst>
        <pc:spChg chg="mod">
          <ac:chgData name="ABHIRAMAKRISHNA M" userId="f96e5a9a98710237" providerId="LiveId" clId="{10C7B441-468C-4DFD-80C8-3A694B44DD52}" dt="2026-02-21T10:51:46.111" v="362" actId="20577"/>
          <ac:spMkLst>
            <pc:docMk/>
            <pc:sldMk cId="0" sldId="285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0:52:38.809" v="372" actId="14100"/>
          <ac:picMkLst>
            <pc:docMk/>
            <pc:sldMk cId="0" sldId="285"/>
            <ac:picMk id="54" creationId="{A69C1C5B-9EFC-2F86-330F-06EF4ECA6030}"/>
          </ac:picMkLst>
        </pc:picChg>
      </pc:sldChg>
      <pc:sldChg chg="addSp modSp mod">
        <pc:chgData name="ABHIRAMAKRISHNA M" userId="f96e5a9a98710237" providerId="LiveId" clId="{10C7B441-468C-4DFD-80C8-3A694B44DD52}" dt="2026-02-21T10:55:29.112" v="402" actId="20577"/>
        <pc:sldMkLst>
          <pc:docMk/>
          <pc:sldMk cId="0" sldId="286"/>
        </pc:sldMkLst>
        <pc:spChg chg="mod">
          <ac:chgData name="ABHIRAMAKRISHNA M" userId="f96e5a9a98710237" providerId="LiveId" clId="{10C7B441-468C-4DFD-80C8-3A694B44DD52}" dt="2026-02-21T10:55:29.112" v="402" actId="20577"/>
          <ac:spMkLst>
            <pc:docMk/>
            <pc:sldMk cId="0" sldId="286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0:53:48.823" v="382" actId="14100"/>
          <ac:picMkLst>
            <pc:docMk/>
            <pc:sldMk cId="0" sldId="286"/>
            <ac:picMk id="54" creationId="{89026B63-8BA8-8B0C-3AFA-B8A8A1D29971}"/>
          </ac:picMkLst>
        </pc:picChg>
      </pc:sldChg>
      <pc:sldChg chg="addSp modSp mod">
        <pc:chgData name="ABHIRAMAKRISHNA M" userId="f96e5a9a98710237" providerId="LiveId" clId="{10C7B441-468C-4DFD-80C8-3A694B44DD52}" dt="2026-02-21T10:55:24.552" v="401" actId="20577"/>
        <pc:sldMkLst>
          <pc:docMk/>
          <pc:sldMk cId="0" sldId="287"/>
        </pc:sldMkLst>
        <pc:spChg chg="mod">
          <ac:chgData name="ABHIRAMAKRISHNA M" userId="f96e5a9a98710237" providerId="LiveId" clId="{10C7B441-468C-4DFD-80C8-3A694B44DD52}" dt="2026-02-21T10:55:24.552" v="401" actId="20577"/>
          <ac:spMkLst>
            <pc:docMk/>
            <pc:sldMk cId="0" sldId="287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0:54:28.533" v="392" actId="14100"/>
          <ac:picMkLst>
            <pc:docMk/>
            <pc:sldMk cId="0" sldId="287"/>
            <ac:picMk id="54" creationId="{2DBF7C64-5D09-8FC8-C90D-50AD50D38396}"/>
          </ac:picMkLst>
        </pc:picChg>
      </pc:sldChg>
      <pc:sldChg chg="addSp modSp mod">
        <pc:chgData name="ABHIRAMAKRISHNA M" userId="f96e5a9a98710237" providerId="LiveId" clId="{10C7B441-468C-4DFD-80C8-3A694B44DD52}" dt="2026-02-21T10:55:19.230" v="400" actId="20577"/>
        <pc:sldMkLst>
          <pc:docMk/>
          <pc:sldMk cId="0" sldId="288"/>
        </pc:sldMkLst>
        <pc:spChg chg="mod">
          <ac:chgData name="ABHIRAMAKRISHNA M" userId="f96e5a9a98710237" providerId="LiveId" clId="{10C7B441-468C-4DFD-80C8-3A694B44DD52}" dt="2026-02-21T10:55:19.230" v="400" actId="20577"/>
          <ac:spMkLst>
            <pc:docMk/>
            <pc:sldMk cId="0" sldId="288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0:55:06.106" v="399" actId="14100"/>
          <ac:picMkLst>
            <pc:docMk/>
            <pc:sldMk cId="0" sldId="288"/>
            <ac:picMk id="54" creationId="{028A6575-9C9F-A6DA-BEC6-17B35DB1EF69}"/>
          </ac:picMkLst>
        </pc:picChg>
      </pc:sldChg>
      <pc:sldChg chg="addSp modSp mod">
        <pc:chgData name="ABHIRAMAKRISHNA M" userId="f96e5a9a98710237" providerId="LiveId" clId="{10C7B441-468C-4DFD-80C8-3A694B44DD52}" dt="2026-02-21T10:57:52.998" v="429" actId="20577"/>
        <pc:sldMkLst>
          <pc:docMk/>
          <pc:sldMk cId="0" sldId="289"/>
        </pc:sldMkLst>
        <pc:spChg chg="mod">
          <ac:chgData name="ABHIRAMAKRISHNA M" userId="f96e5a9a98710237" providerId="LiveId" clId="{10C7B441-468C-4DFD-80C8-3A694B44DD52}" dt="2026-02-21T10:57:52.998" v="429" actId="20577"/>
          <ac:spMkLst>
            <pc:docMk/>
            <pc:sldMk cId="0" sldId="289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0:56:18.089" v="411" actId="14100"/>
          <ac:picMkLst>
            <pc:docMk/>
            <pc:sldMk cId="0" sldId="289"/>
            <ac:picMk id="54" creationId="{21283E0D-94E4-965A-7876-D75920FFD132}"/>
          </ac:picMkLst>
        </pc:picChg>
      </pc:sldChg>
      <pc:sldChg chg="addSp modSp mod">
        <pc:chgData name="ABHIRAMAKRISHNA M" userId="f96e5a9a98710237" providerId="LiveId" clId="{10C7B441-468C-4DFD-80C8-3A694B44DD52}" dt="2026-02-21T10:57:48.276" v="428" actId="20577"/>
        <pc:sldMkLst>
          <pc:docMk/>
          <pc:sldMk cId="0" sldId="290"/>
        </pc:sldMkLst>
        <pc:spChg chg="mod">
          <ac:chgData name="ABHIRAMAKRISHNA M" userId="f96e5a9a98710237" providerId="LiveId" clId="{10C7B441-468C-4DFD-80C8-3A694B44DD52}" dt="2026-02-21T10:57:48.276" v="428" actId="20577"/>
          <ac:spMkLst>
            <pc:docMk/>
            <pc:sldMk cId="0" sldId="290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0:57:01.666" v="419" actId="14100"/>
          <ac:picMkLst>
            <pc:docMk/>
            <pc:sldMk cId="0" sldId="290"/>
            <ac:picMk id="54" creationId="{2774254E-0D8C-2852-C368-86FB8E084CEA}"/>
          </ac:picMkLst>
        </pc:picChg>
      </pc:sldChg>
      <pc:sldChg chg="addSp modSp mod">
        <pc:chgData name="ABHIRAMAKRISHNA M" userId="f96e5a9a98710237" providerId="LiveId" clId="{10C7B441-468C-4DFD-80C8-3A694B44DD52}" dt="2026-02-21T10:57:43.556" v="427" actId="20577"/>
        <pc:sldMkLst>
          <pc:docMk/>
          <pc:sldMk cId="0" sldId="291"/>
        </pc:sldMkLst>
        <pc:spChg chg="mod">
          <ac:chgData name="ABHIRAMAKRISHNA M" userId="f96e5a9a98710237" providerId="LiveId" clId="{10C7B441-468C-4DFD-80C8-3A694B44DD52}" dt="2026-02-21T10:57:43.556" v="427" actId="20577"/>
          <ac:spMkLst>
            <pc:docMk/>
            <pc:sldMk cId="0" sldId="291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0:57:33.480" v="426" actId="14100"/>
          <ac:picMkLst>
            <pc:docMk/>
            <pc:sldMk cId="0" sldId="291"/>
            <ac:picMk id="54" creationId="{48BB6B03-086F-C620-A854-C9263EE6EC3A}"/>
          </ac:picMkLst>
        </pc:picChg>
      </pc:sldChg>
      <pc:sldChg chg="addSp modSp mod">
        <pc:chgData name="ABHIRAMAKRISHNA M" userId="f96e5a9a98710237" providerId="LiveId" clId="{10C7B441-468C-4DFD-80C8-3A694B44DD52}" dt="2026-02-21T10:58:53.026" v="437" actId="20577"/>
        <pc:sldMkLst>
          <pc:docMk/>
          <pc:sldMk cId="0" sldId="292"/>
        </pc:sldMkLst>
        <pc:spChg chg="mod">
          <ac:chgData name="ABHIRAMAKRISHNA M" userId="f96e5a9a98710237" providerId="LiveId" clId="{10C7B441-468C-4DFD-80C8-3A694B44DD52}" dt="2026-02-21T10:58:53.026" v="437" actId="20577"/>
          <ac:spMkLst>
            <pc:docMk/>
            <pc:sldMk cId="0" sldId="292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0:58:39.009" v="436" actId="14100"/>
          <ac:picMkLst>
            <pc:docMk/>
            <pc:sldMk cId="0" sldId="292"/>
            <ac:picMk id="54" creationId="{F7868718-E03B-9776-8C26-7594C91B04B5}"/>
          </ac:picMkLst>
        </pc:picChg>
      </pc:sldChg>
      <pc:sldChg chg="addSp modSp mod">
        <pc:chgData name="ABHIRAMAKRISHNA M" userId="f96e5a9a98710237" providerId="LiveId" clId="{10C7B441-468C-4DFD-80C8-3A694B44DD52}" dt="2026-02-21T11:05:24.272" v="510" actId="20577"/>
        <pc:sldMkLst>
          <pc:docMk/>
          <pc:sldMk cId="0" sldId="293"/>
        </pc:sldMkLst>
        <pc:spChg chg="mod">
          <ac:chgData name="ABHIRAMAKRISHNA M" userId="f96e5a9a98710237" providerId="LiveId" clId="{10C7B441-468C-4DFD-80C8-3A694B44DD52}" dt="2026-02-21T11:05:24.272" v="510" actId="20577"/>
          <ac:spMkLst>
            <pc:docMk/>
            <pc:sldMk cId="0" sldId="293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0:59:31.720" v="446" actId="14100"/>
          <ac:picMkLst>
            <pc:docMk/>
            <pc:sldMk cId="0" sldId="293"/>
            <ac:picMk id="54" creationId="{D201FE3D-C627-AA99-98F4-2337A1567BCC}"/>
          </ac:picMkLst>
        </pc:picChg>
      </pc:sldChg>
      <pc:sldChg chg="addSp modSp mod">
        <pc:chgData name="ABHIRAMAKRISHNA M" userId="f96e5a9a98710237" providerId="LiveId" clId="{10C7B441-468C-4DFD-80C8-3A694B44DD52}" dt="2026-02-21T11:00:40.257" v="454" actId="14100"/>
        <pc:sldMkLst>
          <pc:docMk/>
          <pc:sldMk cId="0" sldId="294"/>
        </pc:sldMkLst>
        <pc:spChg chg="mod">
          <ac:chgData name="ABHIRAMAKRISHNA M" userId="f96e5a9a98710237" providerId="LiveId" clId="{10C7B441-468C-4DFD-80C8-3A694B44DD52}" dt="2026-02-21T11:00:09.732" v="447" actId="20577"/>
          <ac:spMkLst>
            <pc:docMk/>
            <pc:sldMk cId="0" sldId="294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1:00:40.257" v="454" actId="14100"/>
          <ac:picMkLst>
            <pc:docMk/>
            <pc:sldMk cId="0" sldId="294"/>
            <ac:picMk id="54" creationId="{33A4625E-D5B7-8C1B-43A9-66078DF8F1F0}"/>
          </ac:picMkLst>
        </pc:picChg>
      </pc:sldChg>
      <pc:sldChg chg="addSp modSp mod">
        <pc:chgData name="ABHIRAMAKRISHNA M" userId="f96e5a9a98710237" providerId="LiveId" clId="{10C7B441-468C-4DFD-80C8-3A694B44DD52}" dt="2026-02-21T11:05:16.364" v="509" actId="20577"/>
        <pc:sldMkLst>
          <pc:docMk/>
          <pc:sldMk cId="0" sldId="295"/>
        </pc:sldMkLst>
        <pc:spChg chg="mod">
          <ac:chgData name="ABHIRAMAKRISHNA M" userId="f96e5a9a98710237" providerId="LiveId" clId="{10C7B441-468C-4DFD-80C8-3A694B44DD52}" dt="2026-02-21T11:05:16.364" v="509" actId="20577"/>
          <ac:spMkLst>
            <pc:docMk/>
            <pc:sldMk cId="0" sldId="295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1:01:16.327" v="461" actId="14100"/>
          <ac:picMkLst>
            <pc:docMk/>
            <pc:sldMk cId="0" sldId="295"/>
            <ac:picMk id="54" creationId="{AA0103E6-CE25-2311-B0B2-F69A0D5D054F}"/>
          </ac:picMkLst>
        </pc:picChg>
      </pc:sldChg>
      <pc:sldChg chg="addSp modSp mod">
        <pc:chgData name="ABHIRAMAKRISHNA M" userId="f96e5a9a98710237" providerId="LiveId" clId="{10C7B441-468C-4DFD-80C8-3A694B44DD52}" dt="2026-02-21T11:05:10.628" v="508" actId="20577"/>
        <pc:sldMkLst>
          <pc:docMk/>
          <pc:sldMk cId="0" sldId="296"/>
        </pc:sldMkLst>
        <pc:spChg chg="mod">
          <ac:chgData name="ABHIRAMAKRISHNA M" userId="f96e5a9a98710237" providerId="LiveId" clId="{10C7B441-468C-4DFD-80C8-3A694B44DD52}" dt="2026-02-21T11:05:10.628" v="508" actId="20577"/>
          <ac:spMkLst>
            <pc:docMk/>
            <pc:sldMk cId="0" sldId="296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1:01:57.662" v="469" actId="14100"/>
          <ac:picMkLst>
            <pc:docMk/>
            <pc:sldMk cId="0" sldId="296"/>
            <ac:picMk id="54" creationId="{FAAFD139-8307-6AD4-EE7A-5E9474375459}"/>
          </ac:picMkLst>
        </pc:picChg>
      </pc:sldChg>
      <pc:sldChg chg="addSp modSp mod">
        <pc:chgData name="ABHIRAMAKRISHNA M" userId="f96e5a9a98710237" providerId="LiveId" clId="{10C7B441-468C-4DFD-80C8-3A694B44DD52}" dt="2026-02-21T11:05:03.802" v="507" actId="20577"/>
        <pc:sldMkLst>
          <pc:docMk/>
          <pc:sldMk cId="0" sldId="297"/>
        </pc:sldMkLst>
        <pc:spChg chg="mod">
          <ac:chgData name="ABHIRAMAKRISHNA M" userId="f96e5a9a98710237" providerId="LiveId" clId="{10C7B441-468C-4DFD-80C8-3A694B44DD52}" dt="2026-02-21T11:05:00.646" v="506" actId="1076"/>
          <ac:spMkLst>
            <pc:docMk/>
            <pc:sldMk cId="0" sldId="297"/>
            <ac:spMk id="2" creationId="{00000000-0000-0000-0000-000000000000}"/>
          </ac:spMkLst>
        </pc:spChg>
        <pc:spChg chg="mod">
          <ac:chgData name="ABHIRAMAKRISHNA M" userId="f96e5a9a98710237" providerId="LiveId" clId="{10C7B441-468C-4DFD-80C8-3A694B44DD52}" dt="2026-02-21T11:05:03.802" v="507" actId="20577"/>
          <ac:spMkLst>
            <pc:docMk/>
            <pc:sldMk cId="0" sldId="297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1:02:37.954" v="477" actId="14100"/>
          <ac:picMkLst>
            <pc:docMk/>
            <pc:sldMk cId="0" sldId="297"/>
            <ac:picMk id="54" creationId="{269919E2-7709-DBBC-1B43-9B27C61B6D5A}"/>
          </ac:picMkLst>
        </pc:picChg>
      </pc:sldChg>
      <pc:sldChg chg="addSp modSp mod">
        <pc:chgData name="ABHIRAMAKRISHNA M" userId="f96e5a9a98710237" providerId="LiveId" clId="{10C7B441-468C-4DFD-80C8-3A694B44DD52}" dt="2026-02-21T11:04:48.938" v="504" actId="20577"/>
        <pc:sldMkLst>
          <pc:docMk/>
          <pc:sldMk cId="0" sldId="298"/>
        </pc:sldMkLst>
        <pc:spChg chg="mod">
          <ac:chgData name="ABHIRAMAKRISHNA M" userId="f96e5a9a98710237" providerId="LiveId" clId="{10C7B441-468C-4DFD-80C8-3A694B44DD52}" dt="2026-02-21T11:04:48.938" v="504" actId="20577"/>
          <ac:spMkLst>
            <pc:docMk/>
            <pc:sldMk cId="0" sldId="298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1:03:05.911" v="484" actId="14100"/>
          <ac:picMkLst>
            <pc:docMk/>
            <pc:sldMk cId="0" sldId="298"/>
            <ac:picMk id="54" creationId="{65C21980-985D-5512-DE8F-E88C49CAC932}"/>
          </ac:picMkLst>
        </pc:picChg>
      </pc:sldChg>
      <pc:sldChg chg="addSp modSp mod">
        <pc:chgData name="ABHIRAMAKRISHNA M" userId="f96e5a9a98710237" providerId="LiveId" clId="{10C7B441-468C-4DFD-80C8-3A694B44DD52}" dt="2026-02-21T11:04:36.328" v="501" actId="20577"/>
        <pc:sldMkLst>
          <pc:docMk/>
          <pc:sldMk cId="0" sldId="299"/>
        </pc:sldMkLst>
        <pc:spChg chg="mod">
          <ac:chgData name="ABHIRAMAKRISHNA M" userId="f96e5a9a98710237" providerId="LiveId" clId="{10C7B441-468C-4DFD-80C8-3A694B44DD52}" dt="2026-02-21T11:04:36.328" v="501" actId="20577"/>
          <ac:spMkLst>
            <pc:docMk/>
            <pc:sldMk cId="0" sldId="299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1:03:57.405" v="491" actId="14100"/>
          <ac:picMkLst>
            <pc:docMk/>
            <pc:sldMk cId="0" sldId="299"/>
            <ac:picMk id="54" creationId="{C0F4D4C8-43F5-F5BD-31F6-07AC124C622E}"/>
          </ac:picMkLst>
        </pc:picChg>
      </pc:sldChg>
      <pc:sldChg chg="addSp modSp mod">
        <pc:chgData name="ABHIRAMAKRISHNA M" userId="f96e5a9a98710237" providerId="LiveId" clId="{10C7B441-468C-4DFD-80C8-3A694B44DD52}" dt="2026-02-21T11:04:28.949" v="500" actId="20577"/>
        <pc:sldMkLst>
          <pc:docMk/>
          <pc:sldMk cId="0" sldId="300"/>
        </pc:sldMkLst>
        <pc:spChg chg="mod">
          <ac:chgData name="ABHIRAMAKRISHNA M" userId="f96e5a9a98710237" providerId="LiveId" clId="{10C7B441-468C-4DFD-80C8-3A694B44DD52}" dt="2026-02-21T11:04:28.949" v="500" actId="20577"/>
          <ac:spMkLst>
            <pc:docMk/>
            <pc:sldMk cId="0" sldId="300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1:04:24.939" v="499" actId="14100"/>
          <ac:picMkLst>
            <pc:docMk/>
            <pc:sldMk cId="0" sldId="300"/>
            <ac:picMk id="54" creationId="{099625D3-B34E-3FCD-A195-EB16926075EC}"/>
          </ac:picMkLst>
        </pc:picChg>
      </pc:sldChg>
      <pc:sldChg chg="addSp modSp mod">
        <pc:chgData name="ABHIRAMAKRISHNA M" userId="f96e5a9a98710237" providerId="LiveId" clId="{10C7B441-468C-4DFD-80C8-3A694B44DD52}" dt="2026-02-21T11:07:12.820" v="517" actId="20577"/>
        <pc:sldMkLst>
          <pc:docMk/>
          <pc:sldMk cId="0" sldId="301"/>
        </pc:sldMkLst>
        <pc:spChg chg="mod">
          <ac:chgData name="ABHIRAMAKRISHNA M" userId="f96e5a9a98710237" providerId="LiveId" clId="{10C7B441-468C-4DFD-80C8-3A694B44DD52}" dt="2026-02-21T11:07:12.820" v="517" actId="20577"/>
          <ac:spMkLst>
            <pc:docMk/>
            <pc:sldMk cId="0" sldId="301"/>
            <ac:spMk id="5" creationId="{00000000-0000-0000-0000-000000000000}"/>
          </ac:spMkLst>
        </pc:spChg>
        <pc:picChg chg="add mod">
          <ac:chgData name="ABHIRAMAKRISHNA M" userId="f96e5a9a98710237" providerId="LiveId" clId="{10C7B441-468C-4DFD-80C8-3A694B44DD52}" dt="2026-02-21T11:07:05.842" v="516" actId="14100"/>
          <ac:picMkLst>
            <pc:docMk/>
            <pc:sldMk cId="0" sldId="301"/>
            <ac:picMk id="28" creationId="{8953629B-D891-779E-C30C-45C61D219E21}"/>
          </ac:picMkLst>
        </pc:picChg>
      </pc:sldChg>
      <pc:sldChg chg="addSp modSp mod">
        <pc:chgData name="ABHIRAMAKRISHNA M" userId="f96e5a9a98710237" providerId="LiveId" clId="{10C7B441-468C-4DFD-80C8-3A694B44DD52}" dt="2026-02-21T11:07:58.094" v="523" actId="1076"/>
        <pc:sldMkLst>
          <pc:docMk/>
          <pc:sldMk cId="0" sldId="302"/>
        </pc:sldMkLst>
        <pc:picChg chg="add mod">
          <ac:chgData name="ABHIRAMAKRISHNA M" userId="f96e5a9a98710237" providerId="LiveId" clId="{10C7B441-468C-4DFD-80C8-3A694B44DD52}" dt="2026-02-21T11:07:58.094" v="523" actId="1076"/>
          <ac:picMkLst>
            <pc:docMk/>
            <pc:sldMk cId="0" sldId="302"/>
            <ac:picMk id="28" creationId="{91130B86-0451-8519-A419-990EE2FF3358}"/>
          </ac:picMkLst>
        </pc:picChg>
      </pc:sldChg>
      <pc:sldChg chg="addSp modSp mod">
        <pc:chgData name="ABHIRAMAKRISHNA M" userId="f96e5a9a98710237" providerId="LiveId" clId="{10C7B441-468C-4DFD-80C8-3A694B44DD52}" dt="2026-02-23T07:38:23.575" v="746" actId="1076"/>
        <pc:sldMkLst>
          <pc:docMk/>
          <pc:sldMk cId="622369253" sldId="305"/>
        </pc:sldMkLst>
        <pc:picChg chg="add mod">
          <ac:chgData name="ABHIRAMAKRISHNA M" userId="f96e5a9a98710237" providerId="LiveId" clId="{10C7B441-468C-4DFD-80C8-3A694B44DD52}" dt="2026-02-23T07:38:23.575" v="746" actId="1076"/>
          <ac:picMkLst>
            <pc:docMk/>
            <pc:sldMk cId="622369253" sldId="305"/>
            <ac:picMk id="4" creationId="{F19935F1-7BA5-34B7-80DE-A528BF35E4BB}"/>
          </ac:picMkLst>
        </pc:picChg>
      </pc:sldChg>
      <pc:sldChg chg="addSp modSp new mod">
        <pc:chgData name="ABHIRAMAKRISHNA M" userId="f96e5a9a98710237" providerId="LiveId" clId="{10C7B441-468C-4DFD-80C8-3A694B44DD52}" dt="2026-02-23T04:51:46.557" v="737" actId="1036"/>
        <pc:sldMkLst>
          <pc:docMk/>
          <pc:sldMk cId="1867557998" sldId="308"/>
        </pc:sldMkLst>
        <pc:spChg chg="add mod">
          <ac:chgData name="ABHIRAMAKRISHNA M" userId="f96e5a9a98710237" providerId="LiveId" clId="{10C7B441-468C-4DFD-80C8-3A694B44DD52}" dt="2026-02-22T06:40:30.649" v="620"/>
          <ac:spMkLst>
            <pc:docMk/>
            <pc:sldMk cId="1867557998" sldId="308"/>
            <ac:spMk id="10" creationId="{9AD5311E-D1F9-2AED-31B2-52B69F269251}"/>
          </ac:spMkLst>
        </pc:spChg>
        <pc:spChg chg="add mod">
          <ac:chgData name="ABHIRAMAKRISHNA M" userId="f96e5a9a98710237" providerId="LiveId" clId="{10C7B441-468C-4DFD-80C8-3A694B44DD52}" dt="2026-02-22T06:40:30.649" v="620"/>
          <ac:spMkLst>
            <pc:docMk/>
            <pc:sldMk cId="1867557998" sldId="308"/>
            <ac:spMk id="13" creationId="{3DF3B61B-FB6B-A400-C05D-083BA4D28A51}"/>
          </ac:spMkLst>
        </pc:spChg>
        <pc:spChg chg="add mod">
          <ac:chgData name="ABHIRAMAKRISHNA M" userId="f96e5a9a98710237" providerId="LiveId" clId="{10C7B441-468C-4DFD-80C8-3A694B44DD52}" dt="2026-02-22T06:40:30.649" v="620"/>
          <ac:spMkLst>
            <pc:docMk/>
            <pc:sldMk cId="1867557998" sldId="308"/>
            <ac:spMk id="23" creationId="{E93077AE-44A0-BDDA-A717-091FC627EB9A}"/>
          </ac:spMkLst>
        </pc:spChg>
        <pc:spChg chg="mod">
          <ac:chgData name="ABHIRAMAKRISHNA M" userId="f96e5a9a98710237" providerId="LiveId" clId="{10C7B441-468C-4DFD-80C8-3A694B44DD52}" dt="2026-02-23T04:51:46.557" v="737" actId="1036"/>
          <ac:spMkLst>
            <pc:docMk/>
            <pc:sldMk cId="1867557998" sldId="308"/>
            <ac:spMk id="24" creationId="{5BD8366E-E460-4E95-98B8-BFD2BAAFE25D}"/>
          </ac:spMkLst>
        </pc:spChg>
        <pc:spChg chg="add mod">
          <ac:chgData name="ABHIRAMAKRISHNA M" userId="f96e5a9a98710237" providerId="LiveId" clId="{10C7B441-468C-4DFD-80C8-3A694B44DD52}" dt="2026-02-22T06:40:30.649" v="620"/>
          <ac:spMkLst>
            <pc:docMk/>
            <pc:sldMk cId="1867557998" sldId="308"/>
            <ac:spMk id="26" creationId="{25B1BDDF-6B1D-3DFC-0913-396025A56303}"/>
          </ac:spMkLst>
        </pc:spChg>
        <pc:spChg chg="add mod">
          <ac:chgData name="ABHIRAMAKRISHNA M" userId="f96e5a9a98710237" providerId="LiveId" clId="{10C7B441-468C-4DFD-80C8-3A694B44DD52}" dt="2026-02-22T06:40:30.649" v="620"/>
          <ac:spMkLst>
            <pc:docMk/>
            <pc:sldMk cId="1867557998" sldId="308"/>
            <ac:spMk id="27" creationId="{2302FD17-4528-C0E7-733D-EB1C4974C631}"/>
          </ac:spMkLst>
        </pc:spChg>
        <pc:spChg chg="add mod">
          <ac:chgData name="ABHIRAMAKRISHNA M" userId="f96e5a9a98710237" providerId="LiveId" clId="{10C7B441-468C-4DFD-80C8-3A694B44DD52}" dt="2026-02-22T06:40:30.649" v="620"/>
          <ac:spMkLst>
            <pc:docMk/>
            <pc:sldMk cId="1867557998" sldId="308"/>
            <ac:spMk id="34" creationId="{4A0B7596-E26B-5809-14AD-91F205837AC7}"/>
          </ac:spMkLst>
        </pc:spChg>
        <pc:spChg chg="add mod">
          <ac:chgData name="ABHIRAMAKRISHNA M" userId="f96e5a9a98710237" providerId="LiveId" clId="{10C7B441-468C-4DFD-80C8-3A694B44DD52}" dt="2026-02-22T06:40:30.649" v="620"/>
          <ac:spMkLst>
            <pc:docMk/>
            <pc:sldMk cId="1867557998" sldId="308"/>
            <ac:spMk id="40" creationId="{78933D00-778B-D4B6-A813-29C8E6A7D58E}"/>
          </ac:spMkLst>
        </pc:spChg>
        <pc:spChg chg="add mod">
          <ac:chgData name="ABHIRAMAKRISHNA M" userId="f96e5a9a98710237" providerId="LiveId" clId="{10C7B441-468C-4DFD-80C8-3A694B44DD52}" dt="2026-02-22T06:40:30.649" v="620"/>
          <ac:spMkLst>
            <pc:docMk/>
            <pc:sldMk cId="1867557998" sldId="308"/>
            <ac:spMk id="45" creationId="{B5803493-F2A1-638C-022A-486205BE4BE9}"/>
          </ac:spMkLst>
        </pc:spChg>
        <pc:spChg chg="add mod">
          <ac:chgData name="ABHIRAMAKRISHNA M" userId="f96e5a9a98710237" providerId="LiveId" clId="{10C7B441-468C-4DFD-80C8-3A694B44DD52}" dt="2026-02-22T06:40:30.649" v="620"/>
          <ac:spMkLst>
            <pc:docMk/>
            <pc:sldMk cId="1867557998" sldId="308"/>
            <ac:spMk id="47" creationId="{A4592E29-1091-6B7B-9837-2BFA7D461D16}"/>
          </ac:spMkLst>
        </pc:spChg>
        <pc:spChg chg="add mod">
          <ac:chgData name="ABHIRAMAKRISHNA M" userId="f96e5a9a98710237" providerId="LiveId" clId="{10C7B441-468C-4DFD-80C8-3A694B44DD52}" dt="2026-02-22T06:40:30.649" v="620"/>
          <ac:spMkLst>
            <pc:docMk/>
            <pc:sldMk cId="1867557998" sldId="308"/>
            <ac:spMk id="52" creationId="{86320D72-B72D-457B-4994-7AD929C600F9}"/>
          </ac:spMkLst>
        </pc:spChg>
      </pc:sldChg>
      <pc:sldChg chg="addSp modSp new">
        <pc:chgData name="ABHIRAMAKRISHNA M" userId="f96e5a9a98710237" providerId="LiveId" clId="{10C7B441-468C-4DFD-80C8-3A694B44DD52}" dt="2026-02-22T06:41:17.688" v="622"/>
        <pc:sldMkLst>
          <pc:docMk/>
          <pc:sldMk cId="2087452637" sldId="309"/>
        </pc:sldMkLst>
        <pc:spChg chg="add mod">
          <ac:chgData name="ABHIRAMAKRISHNA M" userId="f96e5a9a98710237" providerId="LiveId" clId="{10C7B441-468C-4DFD-80C8-3A694B44DD52}" dt="2026-02-22T06:41:17.688" v="622"/>
          <ac:spMkLst>
            <pc:docMk/>
            <pc:sldMk cId="2087452637" sldId="309"/>
            <ac:spMk id="13" creationId="{29A7FA2E-179E-5B9E-3E52-1CD4A143BEC2}"/>
          </ac:spMkLst>
        </pc:spChg>
        <pc:spChg chg="add mod">
          <ac:chgData name="ABHIRAMAKRISHNA M" userId="f96e5a9a98710237" providerId="LiveId" clId="{10C7B441-468C-4DFD-80C8-3A694B44DD52}" dt="2026-02-22T06:41:17.688" v="622"/>
          <ac:spMkLst>
            <pc:docMk/>
            <pc:sldMk cId="2087452637" sldId="309"/>
            <ac:spMk id="15" creationId="{35A0E3D6-726F-3FFC-1E13-C25431418D0C}"/>
          </ac:spMkLst>
        </pc:spChg>
        <pc:spChg chg="add mod">
          <ac:chgData name="ABHIRAMAKRISHNA M" userId="f96e5a9a98710237" providerId="LiveId" clId="{10C7B441-468C-4DFD-80C8-3A694B44DD52}" dt="2026-02-22T06:41:17.688" v="622"/>
          <ac:spMkLst>
            <pc:docMk/>
            <pc:sldMk cId="2087452637" sldId="309"/>
            <ac:spMk id="22" creationId="{F7F6F494-A043-19AF-FBCE-F5FD576F01C8}"/>
          </ac:spMkLst>
        </pc:spChg>
        <pc:spChg chg="add mod">
          <ac:chgData name="ABHIRAMAKRISHNA M" userId="f96e5a9a98710237" providerId="LiveId" clId="{10C7B441-468C-4DFD-80C8-3A694B44DD52}" dt="2026-02-22T06:41:17.688" v="622"/>
          <ac:spMkLst>
            <pc:docMk/>
            <pc:sldMk cId="2087452637" sldId="309"/>
            <ac:spMk id="38" creationId="{1654DB22-B924-99A6-1105-A4D78B538EC9}"/>
          </ac:spMkLst>
        </pc:spChg>
        <pc:spChg chg="add mod">
          <ac:chgData name="ABHIRAMAKRISHNA M" userId="f96e5a9a98710237" providerId="LiveId" clId="{10C7B441-468C-4DFD-80C8-3A694B44DD52}" dt="2026-02-22T06:41:17.688" v="622"/>
          <ac:spMkLst>
            <pc:docMk/>
            <pc:sldMk cId="2087452637" sldId="309"/>
            <ac:spMk id="43" creationId="{965C1CC0-9F1E-269B-7DD1-E9687B63AD82}"/>
          </ac:spMkLst>
        </pc:spChg>
        <pc:spChg chg="add mod">
          <ac:chgData name="ABHIRAMAKRISHNA M" userId="f96e5a9a98710237" providerId="LiveId" clId="{10C7B441-468C-4DFD-80C8-3A694B44DD52}" dt="2026-02-22T06:41:17.688" v="622"/>
          <ac:spMkLst>
            <pc:docMk/>
            <pc:sldMk cId="2087452637" sldId="309"/>
            <ac:spMk id="46" creationId="{FB67B655-E72F-51AA-EC12-2CA20871B26B}"/>
          </ac:spMkLst>
        </pc:spChg>
        <pc:spChg chg="add mod">
          <ac:chgData name="ABHIRAMAKRISHNA M" userId="f96e5a9a98710237" providerId="LiveId" clId="{10C7B441-468C-4DFD-80C8-3A694B44DD52}" dt="2026-02-22T06:41:17.688" v="622"/>
          <ac:spMkLst>
            <pc:docMk/>
            <pc:sldMk cId="2087452637" sldId="309"/>
            <ac:spMk id="48" creationId="{B61AA725-2D8C-4A4D-181E-BE76C931FBE0}"/>
          </ac:spMkLst>
        </pc:spChg>
        <pc:spChg chg="add mod">
          <ac:chgData name="ABHIRAMAKRISHNA M" userId="f96e5a9a98710237" providerId="LiveId" clId="{10C7B441-468C-4DFD-80C8-3A694B44DD52}" dt="2026-02-22T06:41:17.688" v="622"/>
          <ac:spMkLst>
            <pc:docMk/>
            <pc:sldMk cId="2087452637" sldId="309"/>
            <ac:spMk id="49" creationId="{D4EA8B05-2627-4EF5-1B6E-7C1031665ABB}"/>
          </ac:spMkLst>
        </pc:spChg>
        <pc:spChg chg="add mod">
          <ac:chgData name="ABHIRAMAKRISHNA M" userId="f96e5a9a98710237" providerId="LiveId" clId="{10C7B441-468C-4DFD-80C8-3A694B44DD52}" dt="2026-02-22T06:41:17.688" v="622"/>
          <ac:spMkLst>
            <pc:docMk/>
            <pc:sldMk cId="2087452637" sldId="309"/>
            <ac:spMk id="57" creationId="{C86031D2-86C3-901B-6792-93BF79E150A9}"/>
          </ac:spMkLst>
        </pc:spChg>
        <pc:spChg chg="add mod">
          <ac:chgData name="ABHIRAMAKRISHNA M" userId="f96e5a9a98710237" providerId="LiveId" clId="{10C7B441-468C-4DFD-80C8-3A694B44DD52}" dt="2026-02-22T06:41:17.688" v="622"/>
          <ac:spMkLst>
            <pc:docMk/>
            <pc:sldMk cId="2087452637" sldId="309"/>
            <ac:spMk id="58" creationId="{052D464E-8FA6-2A8A-1947-F62EA719041D}"/>
          </ac:spMkLst>
        </pc:spChg>
      </pc:sldChg>
      <pc:sldChg chg="addSp modSp new">
        <pc:chgData name="ABHIRAMAKRISHNA M" userId="f96e5a9a98710237" providerId="LiveId" clId="{10C7B441-468C-4DFD-80C8-3A694B44DD52}" dt="2026-02-22T06:42:04.239" v="624"/>
        <pc:sldMkLst>
          <pc:docMk/>
          <pc:sldMk cId="197093242" sldId="310"/>
        </pc:sldMkLst>
        <pc:spChg chg="add mod">
          <ac:chgData name="ABHIRAMAKRISHNA M" userId="f96e5a9a98710237" providerId="LiveId" clId="{10C7B441-468C-4DFD-80C8-3A694B44DD52}" dt="2026-02-22T06:42:04.239" v="624"/>
          <ac:spMkLst>
            <pc:docMk/>
            <pc:sldMk cId="197093242" sldId="310"/>
            <ac:spMk id="12" creationId="{80E5DA6E-0B6A-B0D7-8324-232139FFC4F5}"/>
          </ac:spMkLst>
        </pc:spChg>
        <pc:spChg chg="add mod">
          <ac:chgData name="ABHIRAMAKRISHNA M" userId="f96e5a9a98710237" providerId="LiveId" clId="{10C7B441-468C-4DFD-80C8-3A694B44DD52}" dt="2026-02-22T06:42:04.239" v="624"/>
          <ac:spMkLst>
            <pc:docMk/>
            <pc:sldMk cId="197093242" sldId="310"/>
            <ac:spMk id="15" creationId="{673F8F8F-EA06-E3AB-571B-AE89261045A9}"/>
          </ac:spMkLst>
        </pc:spChg>
        <pc:spChg chg="add mod">
          <ac:chgData name="ABHIRAMAKRISHNA M" userId="f96e5a9a98710237" providerId="LiveId" clId="{10C7B441-468C-4DFD-80C8-3A694B44DD52}" dt="2026-02-22T06:42:04.239" v="624"/>
          <ac:spMkLst>
            <pc:docMk/>
            <pc:sldMk cId="197093242" sldId="310"/>
            <ac:spMk id="23" creationId="{B576F02C-481B-E514-A0F0-4BE6DC408E36}"/>
          </ac:spMkLst>
        </pc:spChg>
        <pc:spChg chg="add mod">
          <ac:chgData name="ABHIRAMAKRISHNA M" userId="f96e5a9a98710237" providerId="LiveId" clId="{10C7B441-468C-4DFD-80C8-3A694B44DD52}" dt="2026-02-22T06:42:04.239" v="624"/>
          <ac:spMkLst>
            <pc:docMk/>
            <pc:sldMk cId="197093242" sldId="310"/>
            <ac:spMk id="24" creationId="{94D9D456-E75B-1A98-DF73-8D3CDCB2A2B2}"/>
          </ac:spMkLst>
        </pc:spChg>
        <pc:spChg chg="add mod">
          <ac:chgData name="ABHIRAMAKRISHNA M" userId="f96e5a9a98710237" providerId="LiveId" clId="{10C7B441-468C-4DFD-80C8-3A694B44DD52}" dt="2026-02-22T06:42:04.239" v="624"/>
          <ac:spMkLst>
            <pc:docMk/>
            <pc:sldMk cId="197093242" sldId="310"/>
            <ac:spMk id="28" creationId="{E1154FFF-8448-D47C-9151-9BDA55B73C59}"/>
          </ac:spMkLst>
        </pc:spChg>
        <pc:spChg chg="add mod">
          <ac:chgData name="ABHIRAMAKRISHNA M" userId="f96e5a9a98710237" providerId="LiveId" clId="{10C7B441-468C-4DFD-80C8-3A694B44DD52}" dt="2026-02-22T06:42:04.239" v="624"/>
          <ac:spMkLst>
            <pc:docMk/>
            <pc:sldMk cId="197093242" sldId="310"/>
            <ac:spMk id="35" creationId="{73548DD4-7C2C-107B-FF33-5A998423753D}"/>
          </ac:spMkLst>
        </pc:spChg>
        <pc:spChg chg="add mod">
          <ac:chgData name="ABHIRAMAKRISHNA M" userId="f96e5a9a98710237" providerId="LiveId" clId="{10C7B441-468C-4DFD-80C8-3A694B44DD52}" dt="2026-02-22T06:42:04.239" v="624"/>
          <ac:spMkLst>
            <pc:docMk/>
            <pc:sldMk cId="197093242" sldId="310"/>
            <ac:spMk id="48" creationId="{3A92A8FC-B9AD-3F3D-C290-E9044DC7C5CE}"/>
          </ac:spMkLst>
        </pc:spChg>
        <pc:spChg chg="add mod">
          <ac:chgData name="ABHIRAMAKRISHNA M" userId="f96e5a9a98710237" providerId="LiveId" clId="{10C7B441-468C-4DFD-80C8-3A694B44DD52}" dt="2026-02-22T06:42:04.239" v="624"/>
          <ac:spMkLst>
            <pc:docMk/>
            <pc:sldMk cId="197093242" sldId="310"/>
            <ac:spMk id="53" creationId="{F9877A7D-69C2-EDE5-621D-E8657F66EB1E}"/>
          </ac:spMkLst>
        </pc:spChg>
        <pc:spChg chg="add mod">
          <ac:chgData name="ABHIRAMAKRISHNA M" userId="f96e5a9a98710237" providerId="LiveId" clId="{10C7B441-468C-4DFD-80C8-3A694B44DD52}" dt="2026-02-22T06:42:04.239" v="624"/>
          <ac:spMkLst>
            <pc:docMk/>
            <pc:sldMk cId="197093242" sldId="310"/>
            <ac:spMk id="54" creationId="{D1DA6EB3-FD1A-17A7-6D00-5B21638E6EF4}"/>
          </ac:spMkLst>
        </pc:spChg>
        <pc:spChg chg="add mod">
          <ac:chgData name="ABHIRAMAKRISHNA M" userId="f96e5a9a98710237" providerId="LiveId" clId="{10C7B441-468C-4DFD-80C8-3A694B44DD52}" dt="2026-02-22T06:42:04.239" v="624"/>
          <ac:spMkLst>
            <pc:docMk/>
            <pc:sldMk cId="197093242" sldId="310"/>
            <ac:spMk id="61" creationId="{C7AE7CE9-5452-CA96-598D-EE2CABEA52C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05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github.com/Abhiram4u/wipro_2026/tree/main/foodie_ap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bhiram4u/wipro_2026/tree/main/Capstone_UI_Automation_Project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6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41.png"/><Relationship Id="rId5" Type="http://schemas.openxmlformats.org/officeDocument/2006/relationships/image" Target="../media/image38.png"/><Relationship Id="rId10" Type="http://schemas.openxmlformats.org/officeDocument/2006/relationships/image" Target="../media/image40.png"/><Relationship Id="rId4" Type="http://schemas.openxmlformats.org/officeDocument/2006/relationships/image" Target="../media/image36.png"/><Relationship Id="rId9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>
            <a:extLst>
              <a:ext uri="{FF2B5EF4-FFF2-40B4-BE49-F238E27FC236}">
                <a16:creationId xmlns:a16="http://schemas.microsoft.com/office/drawing/2014/main" id="{46413B3E-13C6-BB68-1AAB-C71BD7E9E81C}"/>
              </a:ext>
            </a:extLst>
          </p:cNvPr>
          <p:cNvSpPr/>
          <p:nvPr/>
        </p:nvSpPr>
        <p:spPr>
          <a:xfrm>
            <a:off x="0" y="0"/>
            <a:ext cx="3886200" cy="51435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1">
            <a:extLst>
              <a:ext uri="{FF2B5EF4-FFF2-40B4-BE49-F238E27FC236}">
                <a16:creationId xmlns:a16="http://schemas.microsoft.com/office/drawing/2014/main" id="{83E2B66F-35D1-8978-C1D5-E8BB5516C27E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7" name="Image 0">
            <a:extLst>
              <a:ext uri="{FF2B5EF4-FFF2-40B4-BE49-F238E27FC236}">
                <a16:creationId xmlns:a16="http://schemas.microsoft.com/office/drawing/2014/main" id="{19B855EF-A4EF-3E8C-812C-44671957A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320040"/>
            <a:ext cx="1005840" cy="1005840"/>
          </a:xfrm>
          <a:prstGeom prst="rect">
            <a:avLst/>
          </a:prstGeom>
        </p:spPr>
      </p:pic>
      <p:sp>
        <p:nvSpPr>
          <p:cNvPr id="68" name="Text 2">
            <a:extLst>
              <a:ext uri="{FF2B5EF4-FFF2-40B4-BE49-F238E27FC236}">
                <a16:creationId xmlns:a16="http://schemas.microsoft.com/office/drawing/2014/main" id="{180EF972-3178-244E-C29D-A3FC85402673}"/>
              </a:ext>
            </a:extLst>
          </p:cNvPr>
          <p:cNvSpPr/>
          <p:nvPr/>
        </p:nvSpPr>
        <p:spPr>
          <a:xfrm>
            <a:off x="182880" y="1463040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</a:t>
            </a:r>
            <a:endParaRPr lang="en-US" sz="2200" dirty="0"/>
          </a:p>
        </p:txBody>
      </p:sp>
      <p:sp>
        <p:nvSpPr>
          <p:cNvPr id="69" name="Text 3">
            <a:extLst>
              <a:ext uri="{FF2B5EF4-FFF2-40B4-BE49-F238E27FC236}">
                <a16:creationId xmlns:a16="http://schemas.microsoft.com/office/drawing/2014/main" id="{0E6CE6DB-DE30-0205-4D3E-9E09DC94BC29}"/>
              </a:ext>
            </a:extLst>
          </p:cNvPr>
          <p:cNvSpPr/>
          <p:nvPr/>
        </p:nvSpPr>
        <p:spPr>
          <a:xfrm>
            <a:off x="182880" y="1865376"/>
            <a:ext cx="3520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2200" dirty="0"/>
          </a:p>
        </p:txBody>
      </p:sp>
      <p:sp>
        <p:nvSpPr>
          <p:cNvPr id="70" name="Shape 4">
            <a:extLst>
              <a:ext uri="{FF2B5EF4-FFF2-40B4-BE49-F238E27FC236}">
                <a16:creationId xmlns:a16="http://schemas.microsoft.com/office/drawing/2014/main" id="{BA036D20-B38B-88C5-E755-2B2C4DB997EE}"/>
              </a:ext>
            </a:extLst>
          </p:cNvPr>
          <p:cNvSpPr/>
          <p:nvPr/>
        </p:nvSpPr>
        <p:spPr>
          <a:xfrm>
            <a:off x="457200" y="2359152"/>
            <a:ext cx="2971800" cy="3657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5">
            <a:extLst>
              <a:ext uri="{FF2B5EF4-FFF2-40B4-BE49-F238E27FC236}">
                <a16:creationId xmlns:a16="http://schemas.microsoft.com/office/drawing/2014/main" id="{D7C5057A-27B8-BABD-F67D-3A51616D92F1}"/>
              </a:ext>
            </a:extLst>
          </p:cNvPr>
          <p:cNvSpPr/>
          <p:nvPr/>
        </p:nvSpPr>
        <p:spPr>
          <a:xfrm>
            <a:off x="182880" y="24688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Complete Automation Frameworks</a:t>
            </a:r>
            <a:endParaRPr lang="en-US" sz="950" dirty="0"/>
          </a:p>
        </p:txBody>
      </p:sp>
      <p:sp>
        <p:nvSpPr>
          <p:cNvPr id="72" name="Shape 6">
            <a:extLst>
              <a:ext uri="{FF2B5EF4-FFF2-40B4-BE49-F238E27FC236}">
                <a16:creationId xmlns:a16="http://schemas.microsoft.com/office/drawing/2014/main" id="{62FA267A-6267-A85D-307F-D249E7A4286D}"/>
              </a:ext>
            </a:extLst>
          </p:cNvPr>
          <p:cNvSpPr/>
          <p:nvPr/>
        </p:nvSpPr>
        <p:spPr>
          <a:xfrm>
            <a:off x="201168" y="2761488"/>
            <a:ext cx="3474720" cy="365760"/>
          </a:xfrm>
          <a:prstGeom prst="rect">
            <a:avLst/>
          </a:prstGeom>
          <a:solidFill>
            <a:srgbClr val="2C4F7C"/>
          </a:solidFill>
          <a:ln w="12700">
            <a:solidFill>
              <a:srgbClr val="2C4F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7">
            <a:extLst>
              <a:ext uri="{FF2B5EF4-FFF2-40B4-BE49-F238E27FC236}">
                <a16:creationId xmlns:a16="http://schemas.microsoft.com/office/drawing/2014/main" id="{8C51DA87-292F-0BE2-6259-4D1BB3F24AC5}"/>
              </a:ext>
            </a:extLst>
          </p:cNvPr>
          <p:cNvSpPr/>
          <p:nvPr/>
        </p:nvSpPr>
        <p:spPr>
          <a:xfrm>
            <a:off x="201168" y="2761488"/>
            <a:ext cx="45720" cy="36576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0D849BCB-D19F-CC09-6FBE-995DF5AD99DD}"/>
              </a:ext>
            </a:extLst>
          </p:cNvPr>
          <p:cNvSpPr/>
          <p:nvPr/>
        </p:nvSpPr>
        <p:spPr>
          <a:xfrm>
            <a:off x="320040" y="2761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Robot Framework  (E-Commerce UI)</a:t>
            </a:r>
            <a:endParaRPr lang="en-US" sz="950" dirty="0"/>
          </a:p>
        </p:txBody>
      </p:sp>
      <p:sp>
        <p:nvSpPr>
          <p:cNvPr id="75" name="Shape 9">
            <a:extLst>
              <a:ext uri="{FF2B5EF4-FFF2-40B4-BE49-F238E27FC236}">
                <a16:creationId xmlns:a16="http://schemas.microsoft.com/office/drawing/2014/main" id="{027441AD-570E-CB59-FF94-18B5DAA0FC1E}"/>
              </a:ext>
            </a:extLst>
          </p:cNvPr>
          <p:cNvSpPr/>
          <p:nvPr/>
        </p:nvSpPr>
        <p:spPr>
          <a:xfrm>
            <a:off x="201168" y="3182112"/>
            <a:ext cx="3474720" cy="365760"/>
          </a:xfrm>
          <a:prstGeom prst="rect">
            <a:avLst/>
          </a:prstGeom>
          <a:solidFill>
            <a:srgbClr val="2C4F7C"/>
          </a:solidFill>
          <a:ln w="12700">
            <a:solidFill>
              <a:srgbClr val="2C4F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10">
            <a:extLst>
              <a:ext uri="{FF2B5EF4-FFF2-40B4-BE49-F238E27FC236}">
                <a16:creationId xmlns:a16="http://schemas.microsoft.com/office/drawing/2014/main" id="{B5B9E178-15F8-A923-E4ED-2DAF5F320184}"/>
              </a:ext>
            </a:extLst>
          </p:cNvPr>
          <p:cNvSpPr/>
          <p:nvPr/>
        </p:nvSpPr>
        <p:spPr>
          <a:xfrm>
            <a:off x="201168" y="3182112"/>
            <a:ext cx="45720" cy="36576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DD26FB65-A965-B470-3FDC-29F99D0A02CB}"/>
              </a:ext>
            </a:extLst>
          </p:cNvPr>
          <p:cNvSpPr/>
          <p:nvPr/>
        </p:nvSpPr>
        <p:spPr>
          <a:xfrm>
            <a:off x="320040" y="3182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Pytest + Selenium  (E-Commerce UI)</a:t>
            </a:r>
            <a:endParaRPr lang="en-US" sz="950" dirty="0"/>
          </a:p>
        </p:txBody>
      </p:sp>
      <p:sp>
        <p:nvSpPr>
          <p:cNvPr id="78" name="Shape 12">
            <a:extLst>
              <a:ext uri="{FF2B5EF4-FFF2-40B4-BE49-F238E27FC236}">
                <a16:creationId xmlns:a16="http://schemas.microsoft.com/office/drawing/2014/main" id="{4166CBFE-0484-62DB-7C8B-3DA5BB769DD2}"/>
              </a:ext>
            </a:extLst>
          </p:cNvPr>
          <p:cNvSpPr/>
          <p:nvPr/>
        </p:nvSpPr>
        <p:spPr>
          <a:xfrm>
            <a:off x="201168" y="3602736"/>
            <a:ext cx="3474720" cy="365760"/>
          </a:xfrm>
          <a:prstGeom prst="rect">
            <a:avLst/>
          </a:prstGeom>
          <a:solidFill>
            <a:srgbClr val="2C4F7C"/>
          </a:solidFill>
          <a:ln w="12700">
            <a:solidFill>
              <a:srgbClr val="2C4F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13">
            <a:extLst>
              <a:ext uri="{FF2B5EF4-FFF2-40B4-BE49-F238E27FC236}">
                <a16:creationId xmlns:a16="http://schemas.microsoft.com/office/drawing/2014/main" id="{F0D5A8DB-F86C-086C-258A-BC5A0D4E6C8D}"/>
              </a:ext>
            </a:extLst>
          </p:cNvPr>
          <p:cNvSpPr/>
          <p:nvPr/>
        </p:nvSpPr>
        <p:spPr>
          <a:xfrm>
            <a:off x="201168" y="3602736"/>
            <a:ext cx="45720" cy="36576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14">
            <a:extLst>
              <a:ext uri="{FF2B5EF4-FFF2-40B4-BE49-F238E27FC236}">
                <a16:creationId xmlns:a16="http://schemas.microsoft.com/office/drawing/2014/main" id="{0526E4D2-CBBA-61E4-EF20-48647467F233}"/>
              </a:ext>
            </a:extLst>
          </p:cNvPr>
          <p:cNvSpPr/>
          <p:nvPr/>
        </p:nvSpPr>
        <p:spPr>
          <a:xfrm>
            <a:off x="320040" y="36027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Foodie App  (REST API Testing)</a:t>
            </a:r>
            <a:endParaRPr lang="en-US" sz="950" dirty="0"/>
          </a:p>
        </p:txBody>
      </p:sp>
      <p:sp>
        <p:nvSpPr>
          <p:cNvPr id="81" name="Shape 15">
            <a:extLst>
              <a:ext uri="{FF2B5EF4-FFF2-40B4-BE49-F238E27FC236}">
                <a16:creationId xmlns:a16="http://schemas.microsoft.com/office/drawing/2014/main" id="{0798A4C8-6FD0-FD06-64DA-D0A161BBBEF4}"/>
              </a:ext>
            </a:extLst>
          </p:cNvPr>
          <p:cNvSpPr/>
          <p:nvPr/>
        </p:nvSpPr>
        <p:spPr>
          <a:xfrm>
            <a:off x="201168" y="4041648"/>
            <a:ext cx="3474720" cy="914400"/>
          </a:xfrm>
          <a:prstGeom prst="rect">
            <a:avLst/>
          </a:prstGeom>
          <a:solidFill>
            <a:srgbClr val="2C4F7C"/>
          </a:solidFill>
          <a:ln w="12700">
            <a:solidFill>
              <a:srgbClr val="2C4F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16">
            <a:extLst>
              <a:ext uri="{FF2B5EF4-FFF2-40B4-BE49-F238E27FC236}">
                <a16:creationId xmlns:a16="http://schemas.microsoft.com/office/drawing/2014/main" id="{9B1F7532-EE39-9DD6-1F27-C7B1C23D52C0}"/>
              </a:ext>
            </a:extLst>
          </p:cNvPr>
          <p:cNvSpPr/>
          <p:nvPr/>
        </p:nvSpPr>
        <p:spPr>
          <a:xfrm>
            <a:off x="201168" y="40599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</p:txBody>
      </p:sp>
      <p:sp>
        <p:nvSpPr>
          <p:cNvPr id="83" name="Text 17">
            <a:extLst>
              <a:ext uri="{FF2B5EF4-FFF2-40B4-BE49-F238E27FC236}">
                <a16:creationId xmlns:a16="http://schemas.microsoft.com/office/drawing/2014/main" id="{601770FE-7C5E-0CBF-26D0-D8951E778D59}"/>
              </a:ext>
            </a:extLst>
          </p:cNvPr>
          <p:cNvSpPr/>
          <p:nvPr/>
        </p:nvSpPr>
        <p:spPr>
          <a:xfrm>
            <a:off x="292608" y="427939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Abhiramakrishna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</a:t>
            </a:r>
            <a:endParaRPr lang="en-US" sz="900" dirty="0"/>
          </a:p>
        </p:txBody>
      </p:sp>
      <p:sp>
        <p:nvSpPr>
          <p:cNvPr id="84" name="Text 18">
            <a:extLst>
              <a:ext uri="{FF2B5EF4-FFF2-40B4-BE49-F238E27FC236}">
                <a16:creationId xmlns:a16="http://schemas.microsoft.com/office/drawing/2014/main" id="{6CD57C54-F417-7700-00F3-98F28440C00E}"/>
              </a:ext>
            </a:extLst>
          </p:cNvPr>
          <p:cNvSpPr/>
          <p:nvPr/>
        </p:nvSpPr>
        <p:spPr>
          <a:xfrm>
            <a:off x="2084832" y="427939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Thanmayi </a:t>
            </a: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Gollavilli</a:t>
            </a:r>
            <a:endParaRPr lang="en-US" sz="900" dirty="0"/>
          </a:p>
        </p:txBody>
      </p:sp>
      <p:sp>
        <p:nvSpPr>
          <p:cNvPr id="85" name="Text 19">
            <a:extLst>
              <a:ext uri="{FF2B5EF4-FFF2-40B4-BE49-F238E27FC236}">
                <a16:creationId xmlns:a16="http://schemas.microsoft.com/office/drawing/2014/main" id="{FB287E72-1EFB-BD9E-8DFC-A42AF80AA7C3}"/>
              </a:ext>
            </a:extLst>
          </p:cNvPr>
          <p:cNvSpPr/>
          <p:nvPr/>
        </p:nvSpPr>
        <p:spPr>
          <a:xfrm>
            <a:off x="292608" y="448056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 Rupesh</a:t>
            </a:r>
            <a:endParaRPr lang="en-US" sz="900" dirty="0"/>
          </a:p>
        </p:txBody>
      </p:sp>
      <p:sp>
        <p:nvSpPr>
          <p:cNvPr id="86" name="Text 20">
            <a:extLst>
              <a:ext uri="{FF2B5EF4-FFF2-40B4-BE49-F238E27FC236}">
                <a16:creationId xmlns:a16="http://schemas.microsoft.com/office/drawing/2014/main" id="{7E729022-5626-7A11-27F1-815D8CA5FBD9}"/>
              </a:ext>
            </a:extLst>
          </p:cNvPr>
          <p:cNvSpPr/>
          <p:nvPr/>
        </p:nvSpPr>
        <p:spPr>
          <a:xfrm>
            <a:off x="2084832" y="448056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Durga Prasad</a:t>
            </a:r>
            <a:endParaRPr lang="en-US" sz="900" dirty="0"/>
          </a:p>
        </p:txBody>
      </p:sp>
      <p:sp>
        <p:nvSpPr>
          <p:cNvPr id="87" name="Text 21">
            <a:extLst>
              <a:ext uri="{FF2B5EF4-FFF2-40B4-BE49-F238E27FC236}">
                <a16:creationId xmlns:a16="http://schemas.microsoft.com/office/drawing/2014/main" id="{7801D14B-2293-133C-180A-73E71790D38E}"/>
              </a:ext>
            </a:extLst>
          </p:cNvPr>
          <p:cNvSpPr/>
          <p:nvPr/>
        </p:nvSpPr>
        <p:spPr>
          <a:xfrm>
            <a:off x="292608" y="468172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Nishchaya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Vishwakarma</a:t>
            </a:r>
            <a:endParaRPr lang="en-US" sz="900" dirty="0"/>
          </a:p>
        </p:txBody>
      </p:sp>
      <p:sp>
        <p:nvSpPr>
          <p:cNvPr id="88" name="Text 22">
            <a:extLst>
              <a:ext uri="{FF2B5EF4-FFF2-40B4-BE49-F238E27FC236}">
                <a16:creationId xmlns:a16="http://schemas.microsoft.com/office/drawing/2014/main" id="{7A46F268-5C17-2AD2-07F5-41282E9B2E8F}"/>
              </a:ext>
            </a:extLst>
          </p:cNvPr>
          <p:cNvSpPr/>
          <p:nvPr/>
        </p:nvSpPr>
        <p:spPr>
          <a:xfrm>
            <a:off x="2084832" y="468172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Ranga Akash</a:t>
            </a:r>
            <a:endParaRPr lang="en-US" sz="900" dirty="0"/>
          </a:p>
        </p:txBody>
      </p:sp>
      <p:sp>
        <p:nvSpPr>
          <p:cNvPr id="89" name="Text 23">
            <a:extLst>
              <a:ext uri="{FF2B5EF4-FFF2-40B4-BE49-F238E27FC236}">
                <a16:creationId xmlns:a16="http://schemas.microsoft.com/office/drawing/2014/main" id="{02535244-BCBD-482A-BDCE-311A6359ACC3}"/>
              </a:ext>
            </a:extLst>
          </p:cNvPr>
          <p:cNvSpPr/>
          <p:nvPr/>
        </p:nvSpPr>
        <p:spPr>
          <a:xfrm>
            <a:off x="4160520" y="20116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Capstone</a:t>
            </a:r>
            <a:endParaRPr lang="en-US" sz="1700" dirty="0"/>
          </a:p>
        </p:txBody>
      </p:sp>
      <p:sp>
        <p:nvSpPr>
          <p:cNvPr id="90" name="Shape 24">
            <a:extLst>
              <a:ext uri="{FF2B5EF4-FFF2-40B4-BE49-F238E27FC236}">
                <a16:creationId xmlns:a16="http://schemas.microsoft.com/office/drawing/2014/main" id="{5F951903-9B46-ED89-0C67-D9B0BF46ECB0}"/>
              </a:ext>
            </a:extLst>
          </p:cNvPr>
          <p:cNvSpPr/>
          <p:nvPr/>
        </p:nvSpPr>
        <p:spPr>
          <a:xfrm>
            <a:off x="4160520" y="530352"/>
            <a:ext cx="4709160" cy="3657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25">
            <a:extLst>
              <a:ext uri="{FF2B5EF4-FFF2-40B4-BE49-F238E27FC236}">
                <a16:creationId xmlns:a16="http://schemas.microsoft.com/office/drawing/2014/main" id="{6BC75753-0154-A6A0-773D-F2715775D9BC}"/>
              </a:ext>
            </a:extLst>
          </p:cNvPr>
          <p:cNvSpPr/>
          <p:nvPr/>
        </p:nvSpPr>
        <p:spPr>
          <a:xfrm>
            <a:off x="4160520" y="64008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 capstone covering UI and API testing across three complete frameworks — built to industry standards with real-world practices.</a:t>
            </a:r>
            <a:endParaRPr lang="en-US" sz="1050" dirty="0"/>
          </a:p>
        </p:txBody>
      </p:sp>
      <p:sp>
        <p:nvSpPr>
          <p:cNvPr id="92" name="Shape 26">
            <a:extLst>
              <a:ext uri="{FF2B5EF4-FFF2-40B4-BE49-F238E27FC236}">
                <a16:creationId xmlns:a16="http://schemas.microsoft.com/office/drawing/2014/main" id="{1192E647-7151-9F9C-1678-877B83B39FBF}"/>
              </a:ext>
            </a:extLst>
          </p:cNvPr>
          <p:cNvSpPr/>
          <p:nvPr/>
        </p:nvSpPr>
        <p:spPr>
          <a:xfrm>
            <a:off x="4160520" y="1335024"/>
            <a:ext cx="46451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3" name="Shape 27">
            <a:extLst>
              <a:ext uri="{FF2B5EF4-FFF2-40B4-BE49-F238E27FC236}">
                <a16:creationId xmlns:a16="http://schemas.microsoft.com/office/drawing/2014/main" id="{0688D392-CD9B-C70D-9A82-6BF16274EE96}"/>
              </a:ext>
            </a:extLst>
          </p:cNvPr>
          <p:cNvSpPr/>
          <p:nvPr/>
        </p:nvSpPr>
        <p:spPr>
          <a:xfrm>
            <a:off x="4160520" y="1335024"/>
            <a:ext cx="45720" cy="8595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28">
            <a:extLst>
              <a:ext uri="{FF2B5EF4-FFF2-40B4-BE49-F238E27FC236}">
                <a16:creationId xmlns:a16="http://schemas.microsoft.com/office/drawing/2014/main" id="{EF8E3D9C-7AE8-6898-6A31-E5C96555CD6A}"/>
              </a:ext>
            </a:extLst>
          </p:cNvPr>
          <p:cNvSpPr/>
          <p:nvPr/>
        </p:nvSpPr>
        <p:spPr>
          <a:xfrm>
            <a:off x="4297680" y="1408176"/>
            <a:ext cx="493776" cy="4937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5" name="Image 1">
            <a:extLst>
              <a:ext uri="{FF2B5EF4-FFF2-40B4-BE49-F238E27FC236}">
                <a16:creationId xmlns:a16="http://schemas.microsoft.com/office/drawing/2014/main" id="{B3207556-151D-1217-79FE-DDF1F20B1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527048"/>
            <a:ext cx="274320" cy="274320"/>
          </a:xfrm>
          <a:prstGeom prst="rect">
            <a:avLst/>
          </a:prstGeom>
        </p:spPr>
      </p:pic>
      <p:sp>
        <p:nvSpPr>
          <p:cNvPr id="96" name="Text 29">
            <a:extLst>
              <a:ext uri="{FF2B5EF4-FFF2-40B4-BE49-F238E27FC236}">
                <a16:creationId xmlns:a16="http://schemas.microsoft.com/office/drawing/2014/main" id="{476186C6-D157-B92D-F21A-8C8E8E958B8F}"/>
              </a:ext>
            </a:extLst>
          </p:cNvPr>
          <p:cNvSpPr/>
          <p:nvPr/>
        </p:nvSpPr>
        <p:spPr>
          <a:xfrm>
            <a:off x="4901184" y="13898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Robot Framework</a:t>
            </a:r>
            <a:endParaRPr lang="en-US" sz="1100" dirty="0"/>
          </a:p>
        </p:txBody>
      </p:sp>
      <p:sp>
        <p:nvSpPr>
          <p:cNvPr id="97" name="Text 30">
            <a:extLst>
              <a:ext uri="{FF2B5EF4-FFF2-40B4-BE49-F238E27FC236}">
                <a16:creationId xmlns:a16="http://schemas.microsoft.com/office/drawing/2014/main" id="{5C02A529-A036-6B5B-E350-B37E2F7C5DF1}"/>
              </a:ext>
            </a:extLst>
          </p:cNvPr>
          <p:cNvSpPr/>
          <p:nvPr/>
        </p:nvSpPr>
        <p:spPr>
          <a:xfrm>
            <a:off x="4901184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E2E UI scenarios, keyword-driven, DataDriver CSV, SeleniumLibrary, auto HTML reports.</a:t>
            </a:r>
            <a:endParaRPr lang="en-US" sz="950" dirty="0"/>
          </a:p>
        </p:txBody>
      </p:sp>
      <p:sp>
        <p:nvSpPr>
          <p:cNvPr id="98" name="Shape 31">
            <a:extLst>
              <a:ext uri="{FF2B5EF4-FFF2-40B4-BE49-F238E27FC236}">
                <a16:creationId xmlns:a16="http://schemas.microsoft.com/office/drawing/2014/main" id="{A08714A2-E116-0858-BE43-63E78A89E312}"/>
              </a:ext>
            </a:extLst>
          </p:cNvPr>
          <p:cNvSpPr/>
          <p:nvPr/>
        </p:nvSpPr>
        <p:spPr>
          <a:xfrm>
            <a:off x="4160520" y="2304288"/>
            <a:ext cx="46451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9" name="Shape 32">
            <a:extLst>
              <a:ext uri="{FF2B5EF4-FFF2-40B4-BE49-F238E27FC236}">
                <a16:creationId xmlns:a16="http://schemas.microsoft.com/office/drawing/2014/main" id="{2C58C999-97C2-2FA8-4E02-B9FB0F849A52}"/>
              </a:ext>
            </a:extLst>
          </p:cNvPr>
          <p:cNvSpPr/>
          <p:nvPr/>
        </p:nvSpPr>
        <p:spPr>
          <a:xfrm>
            <a:off x="4160520" y="2304288"/>
            <a:ext cx="45720" cy="8595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33">
            <a:extLst>
              <a:ext uri="{FF2B5EF4-FFF2-40B4-BE49-F238E27FC236}">
                <a16:creationId xmlns:a16="http://schemas.microsoft.com/office/drawing/2014/main" id="{7C86C408-CCF0-5E68-2046-7F636696A80B}"/>
              </a:ext>
            </a:extLst>
          </p:cNvPr>
          <p:cNvSpPr/>
          <p:nvPr/>
        </p:nvSpPr>
        <p:spPr>
          <a:xfrm>
            <a:off x="4297680" y="2377440"/>
            <a:ext cx="493776" cy="4937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1" name="Image 2">
            <a:extLst>
              <a:ext uri="{FF2B5EF4-FFF2-40B4-BE49-F238E27FC236}">
                <a16:creationId xmlns:a16="http://schemas.microsoft.com/office/drawing/2014/main" id="{A3522C44-053F-8CE5-B38F-5ECC1D964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2496312"/>
            <a:ext cx="274320" cy="274320"/>
          </a:xfrm>
          <a:prstGeom prst="rect">
            <a:avLst/>
          </a:prstGeom>
        </p:spPr>
      </p:pic>
      <p:sp>
        <p:nvSpPr>
          <p:cNvPr id="102" name="Text 34">
            <a:extLst>
              <a:ext uri="{FF2B5EF4-FFF2-40B4-BE49-F238E27FC236}">
                <a16:creationId xmlns:a16="http://schemas.microsoft.com/office/drawing/2014/main" id="{F25FBAFC-5B51-DF6D-2334-9EA999AC6E79}"/>
              </a:ext>
            </a:extLst>
          </p:cNvPr>
          <p:cNvSpPr/>
          <p:nvPr/>
        </p:nvSpPr>
        <p:spPr>
          <a:xfrm>
            <a:off x="4901184" y="23591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Pytest + Selenium</a:t>
            </a:r>
            <a:endParaRPr lang="en-US" sz="1100" dirty="0"/>
          </a:p>
        </p:txBody>
      </p:sp>
      <p:sp>
        <p:nvSpPr>
          <p:cNvPr id="103" name="Text 35">
            <a:extLst>
              <a:ext uri="{FF2B5EF4-FFF2-40B4-BE49-F238E27FC236}">
                <a16:creationId xmlns:a16="http://schemas.microsoft.com/office/drawing/2014/main" id="{4825E2F1-DEAC-477B-ED82-A0FB0D9B02F8}"/>
              </a:ext>
            </a:extLst>
          </p:cNvPr>
          <p:cNvSpPr/>
          <p:nvPr/>
        </p:nvSpPr>
        <p:spPr>
          <a:xfrm>
            <a:off x="4901184" y="26151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E2E UI scenarios, POM with 6 page classes, parametrize, conftest, step logging, HTML reports.</a:t>
            </a:r>
            <a:endParaRPr lang="en-US" sz="950" dirty="0"/>
          </a:p>
        </p:txBody>
      </p:sp>
      <p:sp>
        <p:nvSpPr>
          <p:cNvPr id="104" name="Shape 36">
            <a:extLst>
              <a:ext uri="{FF2B5EF4-FFF2-40B4-BE49-F238E27FC236}">
                <a16:creationId xmlns:a16="http://schemas.microsoft.com/office/drawing/2014/main" id="{C147F2B0-DBA9-2D0D-41E6-5975226D425E}"/>
              </a:ext>
            </a:extLst>
          </p:cNvPr>
          <p:cNvSpPr/>
          <p:nvPr/>
        </p:nvSpPr>
        <p:spPr>
          <a:xfrm>
            <a:off x="4160520" y="3273552"/>
            <a:ext cx="4645152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5" name="Shape 37">
            <a:extLst>
              <a:ext uri="{FF2B5EF4-FFF2-40B4-BE49-F238E27FC236}">
                <a16:creationId xmlns:a16="http://schemas.microsoft.com/office/drawing/2014/main" id="{8D97A74E-E255-BB62-3F8A-84E805EEC3C9}"/>
              </a:ext>
            </a:extLst>
          </p:cNvPr>
          <p:cNvSpPr/>
          <p:nvPr/>
        </p:nvSpPr>
        <p:spPr>
          <a:xfrm>
            <a:off x="4160520" y="3273552"/>
            <a:ext cx="45720" cy="8595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38">
            <a:extLst>
              <a:ext uri="{FF2B5EF4-FFF2-40B4-BE49-F238E27FC236}">
                <a16:creationId xmlns:a16="http://schemas.microsoft.com/office/drawing/2014/main" id="{A7C55082-BCB3-A108-03FB-523F27BBA940}"/>
              </a:ext>
            </a:extLst>
          </p:cNvPr>
          <p:cNvSpPr/>
          <p:nvPr/>
        </p:nvSpPr>
        <p:spPr>
          <a:xfrm>
            <a:off x="4297680" y="3346704"/>
            <a:ext cx="493776" cy="49377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7" name="Image 3">
            <a:extLst>
              <a:ext uri="{FF2B5EF4-FFF2-40B4-BE49-F238E27FC236}">
                <a16:creationId xmlns:a16="http://schemas.microsoft.com/office/drawing/2014/main" id="{997D5897-8A86-48AD-D137-1074F3D420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3465576"/>
            <a:ext cx="274320" cy="274320"/>
          </a:xfrm>
          <a:prstGeom prst="rect">
            <a:avLst/>
          </a:prstGeom>
        </p:spPr>
      </p:pic>
      <p:sp>
        <p:nvSpPr>
          <p:cNvPr id="108" name="Text 39">
            <a:extLst>
              <a:ext uri="{FF2B5EF4-FFF2-40B4-BE49-F238E27FC236}">
                <a16:creationId xmlns:a16="http://schemas.microsoft.com/office/drawing/2014/main" id="{DFA38176-A6CB-AB6F-5A1F-57940CA7B3C7}"/>
              </a:ext>
            </a:extLst>
          </p:cNvPr>
          <p:cNvSpPr/>
          <p:nvPr/>
        </p:nvSpPr>
        <p:spPr>
          <a:xfrm>
            <a:off x="4901184" y="33284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Foodie App API</a:t>
            </a:r>
            <a:endParaRPr lang="en-US" sz="1100" dirty="0"/>
          </a:p>
        </p:txBody>
      </p:sp>
      <p:sp>
        <p:nvSpPr>
          <p:cNvPr id="109" name="Text 40">
            <a:extLst>
              <a:ext uri="{FF2B5EF4-FFF2-40B4-BE49-F238E27FC236}">
                <a16:creationId xmlns:a16="http://schemas.microsoft.com/office/drawing/2014/main" id="{E1AE526C-C1B6-650A-B064-AF38FF261C3C}"/>
              </a:ext>
            </a:extLst>
          </p:cNvPr>
          <p:cNvSpPr/>
          <p:nvPr/>
        </p:nvSpPr>
        <p:spPr>
          <a:xfrm>
            <a:off x="4901184" y="35844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REST API endpoints across 5 modules tested with Pytest + Robot Framework + Postman.</a:t>
            </a:r>
            <a:endParaRPr lang="en-US" sz="950" dirty="0"/>
          </a:p>
        </p:txBody>
      </p:sp>
      <p:sp>
        <p:nvSpPr>
          <p:cNvPr id="110" name="Shape 41">
            <a:extLst>
              <a:ext uri="{FF2B5EF4-FFF2-40B4-BE49-F238E27FC236}">
                <a16:creationId xmlns:a16="http://schemas.microsoft.com/office/drawing/2014/main" id="{25CE5171-0C07-1D55-6561-501A755D9AF2}"/>
              </a:ext>
            </a:extLst>
          </p:cNvPr>
          <p:cNvSpPr/>
          <p:nvPr/>
        </p:nvSpPr>
        <p:spPr>
          <a:xfrm>
            <a:off x="4160520" y="4114800"/>
            <a:ext cx="107899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1" name="Shape 42">
            <a:extLst>
              <a:ext uri="{FF2B5EF4-FFF2-40B4-BE49-F238E27FC236}">
                <a16:creationId xmlns:a16="http://schemas.microsoft.com/office/drawing/2014/main" id="{4819F52A-5CDF-7340-B892-EDEF5F104D48}"/>
              </a:ext>
            </a:extLst>
          </p:cNvPr>
          <p:cNvSpPr/>
          <p:nvPr/>
        </p:nvSpPr>
        <p:spPr>
          <a:xfrm>
            <a:off x="4160520" y="4114800"/>
            <a:ext cx="1078992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43">
            <a:extLst>
              <a:ext uri="{FF2B5EF4-FFF2-40B4-BE49-F238E27FC236}">
                <a16:creationId xmlns:a16="http://schemas.microsoft.com/office/drawing/2014/main" id="{F6274043-BD8E-3811-5FD0-2058D639740F}"/>
              </a:ext>
            </a:extLst>
          </p:cNvPr>
          <p:cNvSpPr/>
          <p:nvPr/>
        </p:nvSpPr>
        <p:spPr>
          <a:xfrm>
            <a:off x="4160520" y="4123944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13" name="Text 44">
            <a:extLst>
              <a:ext uri="{FF2B5EF4-FFF2-40B4-BE49-F238E27FC236}">
                <a16:creationId xmlns:a16="http://schemas.microsoft.com/office/drawing/2014/main" id="{273D3F5D-8DF8-1E09-901A-27D411014775}"/>
              </a:ext>
            </a:extLst>
          </p:cNvPr>
          <p:cNvSpPr/>
          <p:nvPr/>
        </p:nvSpPr>
        <p:spPr>
          <a:xfrm>
            <a:off x="4160520" y="4352544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750" dirty="0"/>
          </a:p>
        </p:txBody>
      </p:sp>
      <p:sp>
        <p:nvSpPr>
          <p:cNvPr id="114" name="Shape 45">
            <a:extLst>
              <a:ext uri="{FF2B5EF4-FFF2-40B4-BE49-F238E27FC236}">
                <a16:creationId xmlns:a16="http://schemas.microsoft.com/office/drawing/2014/main" id="{27E15FE5-CB3D-FE6F-AC31-9F4F5C4E1354}"/>
              </a:ext>
            </a:extLst>
          </p:cNvPr>
          <p:cNvSpPr/>
          <p:nvPr/>
        </p:nvSpPr>
        <p:spPr>
          <a:xfrm>
            <a:off x="5349240" y="4114800"/>
            <a:ext cx="107899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5" name="Shape 46">
            <a:extLst>
              <a:ext uri="{FF2B5EF4-FFF2-40B4-BE49-F238E27FC236}">
                <a16:creationId xmlns:a16="http://schemas.microsoft.com/office/drawing/2014/main" id="{9DC9008B-B74B-3D66-FF98-BE9E4C0E1159}"/>
              </a:ext>
            </a:extLst>
          </p:cNvPr>
          <p:cNvSpPr/>
          <p:nvPr/>
        </p:nvSpPr>
        <p:spPr>
          <a:xfrm>
            <a:off x="5349240" y="4114800"/>
            <a:ext cx="1078992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6" name="Text 47">
            <a:extLst>
              <a:ext uri="{FF2B5EF4-FFF2-40B4-BE49-F238E27FC236}">
                <a16:creationId xmlns:a16="http://schemas.microsoft.com/office/drawing/2014/main" id="{6E0CF440-7FC7-B6E3-69BD-3734ACD12C7D}"/>
              </a:ext>
            </a:extLst>
          </p:cNvPr>
          <p:cNvSpPr/>
          <p:nvPr/>
        </p:nvSpPr>
        <p:spPr>
          <a:xfrm>
            <a:off x="5349240" y="4123944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29+</a:t>
            </a:r>
            <a:endParaRPr lang="en-US" sz="1700" dirty="0"/>
          </a:p>
        </p:txBody>
      </p:sp>
      <p:sp>
        <p:nvSpPr>
          <p:cNvPr id="117" name="Text 48">
            <a:extLst>
              <a:ext uri="{FF2B5EF4-FFF2-40B4-BE49-F238E27FC236}">
                <a16:creationId xmlns:a16="http://schemas.microsoft.com/office/drawing/2014/main" id="{DE0D0256-9198-C06E-C098-CB82CC6A8693}"/>
              </a:ext>
            </a:extLst>
          </p:cNvPr>
          <p:cNvSpPr/>
          <p:nvPr/>
        </p:nvSpPr>
        <p:spPr>
          <a:xfrm>
            <a:off x="5349240" y="4352544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750" dirty="0"/>
          </a:p>
        </p:txBody>
      </p:sp>
      <p:sp>
        <p:nvSpPr>
          <p:cNvPr id="118" name="Shape 49">
            <a:extLst>
              <a:ext uri="{FF2B5EF4-FFF2-40B4-BE49-F238E27FC236}">
                <a16:creationId xmlns:a16="http://schemas.microsoft.com/office/drawing/2014/main" id="{B4D35AB3-7A09-9D6F-CF3F-6E64A1C6CA9A}"/>
              </a:ext>
            </a:extLst>
          </p:cNvPr>
          <p:cNvSpPr/>
          <p:nvPr/>
        </p:nvSpPr>
        <p:spPr>
          <a:xfrm>
            <a:off x="6537960" y="4114800"/>
            <a:ext cx="107899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9" name="Shape 50">
            <a:extLst>
              <a:ext uri="{FF2B5EF4-FFF2-40B4-BE49-F238E27FC236}">
                <a16:creationId xmlns:a16="http://schemas.microsoft.com/office/drawing/2014/main" id="{2559E651-8ACD-79EF-8949-9AA55CF22BE3}"/>
              </a:ext>
            </a:extLst>
          </p:cNvPr>
          <p:cNvSpPr/>
          <p:nvPr/>
        </p:nvSpPr>
        <p:spPr>
          <a:xfrm>
            <a:off x="6537960" y="4114800"/>
            <a:ext cx="1078992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Text 51">
            <a:extLst>
              <a:ext uri="{FF2B5EF4-FFF2-40B4-BE49-F238E27FC236}">
                <a16:creationId xmlns:a16="http://schemas.microsoft.com/office/drawing/2014/main" id="{FB6D160A-A00D-BCDA-2A47-D85CF2EC6851}"/>
              </a:ext>
            </a:extLst>
          </p:cNvPr>
          <p:cNvSpPr/>
          <p:nvPr/>
        </p:nvSpPr>
        <p:spPr>
          <a:xfrm>
            <a:off x="6537960" y="4123944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700" dirty="0"/>
          </a:p>
        </p:txBody>
      </p:sp>
      <p:sp>
        <p:nvSpPr>
          <p:cNvPr id="121" name="Text 52">
            <a:extLst>
              <a:ext uri="{FF2B5EF4-FFF2-40B4-BE49-F238E27FC236}">
                <a16:creationId xmlns:a16="http://schemas.microsoft.com/office/drawing/2014/main" id="{60BA7E6C-CE8D-40BA-372D-BD76A55F8D51}"/>
              </a:ext>
            </a:extLst>
          </p:cNvPr>
          <p:cNvSpPr/>
          <p:nvPr/>
        </p:nvSpPr>
        <p:spPr>
          <a:xfrm>
            <a:off x="6537960" y="4352544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750" dirty="0"/>
          </a:p>
        </p:txBody>
      </p:sp>
      <p:sp>
        <p:nvSpPr>
          <p:cNvPr id="122" name="Shape 53">
            <a:extLst>
              <a:ext uri="{FF2B5EF4-FFF2-40B4-BE49-F238E27FC236}">
                <a16:creationId xmlns:a16="http://schemas.microsoft.com/office/drawing/2014/main" id="{345AB814-B670-CD4D-311E-0E252F5DA228}"/>
              </a:ext>
            </a:extLst>
          </p:cNvPr>
          <p:cNvSpPr/>
          <p:nvPr/>
        </p:nvSpPr>
        <p:spPr>
          <a:xfrm>
            <a:off x="7726680" y="4114800"/>
            <a:ext cx="107899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3" name="Shape 54">
            <a:extLst>
              <a:ext uri="{FF2B5EF4-FFF2-40B4-BE49-F238E27FC236}">
                <a16:creationId xmlns:a16="http://schemas.microsoft.com/office/drawing/2014/main" id="{1418AEEE-7094-D6D4-AA09-1CD32CE17822}"/>
              </a:ext>
            </a:extLst>
          </p:cNvPr>
          <p:cNvSpPr/>
          <p:nvPr/>
        </p:nvSpPr>
        <p:spPr>
          <a:xfrm>
            <a:off x="7726680" y="4114800"/>
            <a:ext cx="1078992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Text 55">
            <a:extLst>
              <a:ext uri="{FF2B5EF4-FFF2-40B4-BE49-F238E27FC236}">
                <a16:creationId xmlns:a16="http://schemas.microsoft.com/office/drawing/2014/main" id="{23E00F46-93EE-D511-C854-A2F0D5458707}"/>
              </a:ext>
            </a:extLst>
          </p:cNvPr>
          <p:cNvSpPr/>
          <p:nvPr/>
        </p:nvSpPr>
        <p:spPr>
          <a:xfrm>
            <a:off x="7726680" y="4123944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25" name="Text 56">
            <a:extLst>
              <a:ext uri="{FF2B5EF4-FFF2-40B4-BE49-F238E27FC236}">
                <a16:creationId xmlns:a16="http://schemas.microsoft.com/office/drawing/2014/main" id="{22ADDBAB-9D3F-6932-B5BA-8BDB528BB700}"/>
              </a:ext>
            </a:extLst>
          </p:cNvPr>
          <p:cNvSpPr/>
          <p:nvPr/>
        </p:nvSpPr>
        <p:spPr>
          <a:xfrm>
            <a:off x="7726680" y="4352544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750" dirty="0"/>
          </a:p>
        </p:txBody>
      </p:sp>
      <p:sp>
        <p:nvSpPr>
          <p:cNvPr id="126" name="Shape 57">
            <a:extLst>
              <a:ext uri="{FF2B5EF4-FFF2-40B4-BE49-F238E27FC236}">
                <a16:creationId xmlns:a16="http://schemas.microsoft.com/office/drawing/2014/main" id="{793A62F4-65B9-458D-C000-F841ADC03719}"/>
              </a:ext>
            </a:extLst>
          </p:cNvPr>
          <p:cNvSpPr/>
          <p:nvPr/>
        </p:nvSpPr>
        <p:spPr>
          <a:xfrm>
            <a:off x="4160520" y="4535424"/>
            <a:ext cx="4645152" cy="237744"/>
          </a:xfrm>
          <a:prstGeom prst="rect">
            <a:avLst/>
          </a:prstGeom>
          <a:solidFill>
            <a:srgbClr val="2C4F7C"/>
          </a:solidFill>
          <a:ln w="12700">
            <a:solidFill>
              <a:srgbClr val="2C4F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Shape 58">
            <a:extLst>
              <a:ext uri="{FF2B5EF4-FFF2-40B4-BE49-F238E27FC236}">
                <a16:creationId xmlns:a16="http://schemas.microsoft.com/office/drawing/2014/main" id="{B4FC4D5D-1E61-329D-F6B1-DEF092202384}"/>
              </a:ext>
            </a:extLst>
          </p:cNvPr>
          <p:cNvSpPr/>
          <p:nvPr/>
        </p:nvSpPr>
        <p:spPr>
          <a:xfrm>
            <a:off x="4160520" y="4608576"/>
            <a:ext cx="45720" cy="16459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Text 59">
            <a:extLst>
              <a:ext uri="{FF2B5EF4-FFF2-40B4-BE49-F238E27FC236}">
                <a16:creationId xmlns:a16="http://schemas.microsoft.com/office/drawing/2014/main" id="{F5BC206D-16A2-D5E9-B38C-B97F1FD72FEE}"/>
              </a:ext>
            </a:extLst>
          </p:cNvPr>
          <p:cNvSpPr/>
          <p:nvPr/>
        </p:nvSpPr>
        <p:spPr>
          <a:xfrm>
            <a:off x="4224528" y="460857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UI Automation (RF + Pytest):</a:t>
            </a:r>
            <a:endParaRPr lang="en-US" sz="750" dirty="0"/>
          </a:p>
        </p:txBody>
      </p:sp>
      <p:sp>
        <p:nvSpPr>
          <p:cNvPr id="129" name="Text 60">
            <a:extLst>
              <a:ext uri="{FF2B5EF4-FFF2-40B4-BE49-F238E27FC236}">
                <a16:creationId xmlns:a16="http://schemas.microsoft.com/office/drawing/2014/main" id="{C4A7FD3F-0371-AAD4-6522-37A155BBD9CA}"/>
              </a:ext>
            </a:extLst>
          </p:cNvPr>
          <p:cNvSpPr/>
          <p:nvPr/>
        </p:nvSpPr>
        <p:spPr>
          <a:xfrm>
            <a:off x="5648960" y="4626864"/>
            <a:ext cx="3266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https://github.com/Abhiram4u/wipro_2026/tree/main/Capstone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130" name="Shape 61">
            <a:extLst>
              <a:ext uri="{FF2B5EF4-FFF2-40B4-BE49-F238E27FC236}">
                <a16:creationId xmlns:a16="http://schemas.microsoft.com/office/drawing/2014/main" id="{6A15DBD6-126F-8A5A-1EEC-BC90BE01F6A7}"/>
              </a:ext>
            </a:extLst>
          </p:cNvPr>
          <p:cNvSpPr/>
          <p:nvPr/>
        </p:nvSpPr>
        <p:spPr>
          <a:xfrm>
            <a:off x="4160520" y="4791456"/>
            <a:ext cx="4645152" cy="164592"/>
          </a:xfrm>
          <a:prstGeom prst="rect">
            <a:avLst/>
          </a:prstGeom>
          <a:solidFill>
            <a:srgbClr val="2A4A2A"/>
          </a:solidFill>
          <a:ln w="12700">
            <a:solidFill>
              <a:srgbClr val="2A4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1" name="Shape 62">
            <a:extLst>
              <a:ext uri="{FF2B5EF4-FFF2-40B4-BE49-F238E27FC236}">
                <a16:creationId xmlns:a16="http://schemas.microsoft.com/office/drawing/2014/main" id="{DFC6068C-AF96-81B5-85C7-059EF630A1C8}"/>
              </a:ext>
            </a:extLst>
          </p:cNvPr>
          <p:cNvSpPr/>
          <p:nvPr/>
        </p:nvSpPr>
        <p:spPr>
          <a:xfrm>
            <a:off x="4160520" y="4791456"/>
            <a:ext cx="45720" cy="16459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Text 63">
            <a:extLst>
              <a:ext uri="{FF2B5EF4-FFF2-40B4-BE49-F238E27FC236}">
                <a16:creationId xmlns:a16="http://schemas.microsoft.com/office/drawing/2014/main" id="{F598BE0D-4163-1582-8AFF-3246215C9E6E}"/>
              </a:ext>
            </a:extLst>
          </p:cNvPr>
          <p:cNvSpPr/>
          <p:nvPr/>
        </p:nvSpPr>
        <p:spPr>
          <a:xfrm>
            <a:off x="4224528" y="47914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Foodie App API Testing:</a:t>
            </a:r>
            <a:endParaRPr lang="en-US" sz="750" dirty="0"/>
          </a:p>
        </p:txBody>
      </p:sp>
      <p:sp>
        <p:nvSpPr>
          <p:cNvPr id="133" name="Text 64">
            <a:extLst>
              <a:ext uri="{FF2B5EF4-FFF2-40B4-BE49-F238E27FC236}">
                <a16:creationId xmlns:a16="http://schemas.microsoft.com/office/drawing/2014/main" id="{B415EDA9-867C-45BD-C395-C583E4707C24}"/>
              </a:ext>
            </a:extLst>
          </p:cNvPr>
          <p:cNvSpPr/>
          <p:nvPr/>
        </p:nvSpPr>
        <p:spPr>
          <a:xfrm>
            <a:off x="5687568" y="4787392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github.com/your-username/foodie-app-api-testing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134" name="Shape 65">
            <a:extLst>
              <a:ext uri="{FF2B5EF4-FFF2-40B4-BE49-F238E27FC236}">
                <a16:creationId xmlns:a16="http://schemas.microsoft.com/office/drawing/2014/main" id="{A0D96991-8D82-8780-AA8E-1F0406BC9416}"/>
              </a:ext>
            </a:extLst>
          </p:cNvPr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66">
            <a:extLst>
              <a:ext uri="{FF2B5EF4-FFF2-40B4-BE49-F238E27FC236}">
                <a16:creationId xmlns:a16="http://schemas.microsoft.com/office/drawing/2014/main" id="{6F49A9B0-20AD-3D69-90DF-BF3EE4DFBE8C}"/>
              </a:ext>
            </a:extLst>
          </p:cNvPr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coverage — three projects, deep content, dedicated report &amp; screenshot slides per framework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41248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41248"/>
            <a:ext cx="4572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896112"/>
            <a:ext cx="329184" cy="32918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896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50976" y="896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Robot Framework (UI)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50976" y="109728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Tech Stack · Folder Structure · 5 Scenarios · Keywords · Data-Driven · Report Screenshots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1316736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316736"/>
            <a:ext cx="4572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371600"/>
            <a:ext cx="329184" cy="32918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50976" y="1371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Pytest + Selenium (UI)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" y="157276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Tech Stack · Folder Structure · POM Classes · 6 Test Functions · conftest · Report Screenshots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1792224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1792224"/>
            <a:ext cx="4572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1847088"/>
            <a:ext cx="329184" cy="32918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50976" y="18470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Foodie App 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50976" y="2048256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· 18 Endpoints · 5 Modules · Pytest Tests · Robot Framework Tests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2267712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267712"/>
            <a:ext cx="45720" cy="42062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322576"/>
            <a:ext cx="329184" cy="32918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50976" y="23225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Reports — Tests Passed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50976" y="252374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Framework: tests passed screenshot placeholder — replace with your actual report.html screenshot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5760" y="2743200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2743200"/>
            <a:ext cx="45720" cy="42062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2798064"/>
            <a:ext cx="329184" cy="32918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2798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50976" y="27980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Reports — Log Report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50976" y="2999232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Framework: detailed log.html screenshot placeholder — replace with your actual log screenshot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3218688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3218688"/>
            <a:ext cx="45720" cy="42062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3273552"/>
            <a:ext cx="329184" cy="32918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50976" y="32735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Reports — Tests Passed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50976" y="347472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tests passed HTML report screenshot — replace with your actual pytest-html report screenshot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" y="3694176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3694176"/>
            <a:ext cx="45720" cy="42062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3749040"/>
            <a:ext cx="329184" cy="32918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50976" y="3749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Reports — Log Report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50976" y="395020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detailed HTML log with step details — replace with your actual detailed report screenshot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65760" y="4169664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4169664"/>
            <a:ext cx="45720" cy="42062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" y="4224528"/>
            <a:ext cx="329184" cy="32918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4224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50976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API — Postman Screenshots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50976" y="4425696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slides: Restaurant · Dish · Admin · User/Customer · Order module Postman collection screenshots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65760" y="4645152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4645152"/>
            <a:ext cx="45720" cy="42062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2920" y="4700016"/>
            <a:ext cx="329184" cy="32918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4700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50976" y="47000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API — RF &amp; Pytest Logs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50976" y="490118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 foodie.robot log report + Pytest test_foodie.py log report screenshots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capstone projects at a glance — type · tools &amp; technologies · outcome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1737360" cy="384048"/>
          </a:xfrm>
          <a:prstGeom prst="rect">
            <a:avLst/>
          </a:prstGeom>
          <a:solidFill>
            <a:srgbClr val="132740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22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84832" y="822960"/>
            <a:ext cx="1463040" cy="384048"/>
          </a:xfrm>
          <a:prstGeom prst="rect">
            <a:avLst/>
          </a:prstGeom>
          <a:solidFill>
            <a:srgbClr val="132740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21024" y="822960"/>
            <a:ext cx="2029968" cy="384048"/>
          </a:xfrm>
          <a:prstGeom prst="rect">
            <a:avLst/>
          </a:prstGeom>
          <a:solidFill>
            <a:srgbClr val="132740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82296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3246120" cy="384048"/>
          </a:xfrm>
          <a:prstGeom prst="rect">
            <a:avLst/>
          </a:prstGeom>
          <a:solidFill>
            <a:srgbClr val="132740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8229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207008"/>
            <a:ext cx="8659368" cy="3657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243584"/>
            <a:ext cx="1737360" cy="1380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84832" y="1243584"/>
            <a:ext cx="1463040" cy="1380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21024" y="1243584"/>
            <a:ext cx="2029968" cy="1380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7568" y="1243584"/>
            <a:ext cx="3246120" cy="1380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1243584"/>
            <a:ext cx="45720" cy="1380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1298448"/>
            <a:ext cx="157276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UI Automation Capstone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(Robot Framework)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57984" y="1298448"/>
            <a:ext cx="133502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Automation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94176" y="1298448"/>
            <a:ext cx="19019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SeleniumLibrary, Robot Framework,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DataDriver (CSV), Keyword-Driven,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&amp; Reporting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60720" y="1298448"/>
            <a:ext cx="311810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 end-to-end keyword-driven automation framework covering registration, login, search, cart operations, and logout with reports and failure screenshots.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660904"/>
            <a:ext cx="1737360" cy="1380744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84832" y="2660904"/>
            <a:ext cx="1463040" cy="1380744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21024" y="2660904"/>
            <a:ext cx="2029968" cy="1380744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87568" y="2660904"/>
            <a:ext cx="3246120" cy="1380744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660904"/>
            <a:ext cx="45720" cy="138074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715768"/>
            <a:ext cx="157276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UI Automation Capstone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(Pytest Framework)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157984" y="2715768"/>
            <a:ext cx="133502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Automation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94176" y="2715768"/>
            <a:ext cx="19019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WebDriver, Pytest, POM,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Fixtures, Parameterization,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pytest-html / Allure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60720" y="2715768"/>
            <a:ext cx="311810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scalable Page Object Model based automation suite with modular test cases, external configuration, data-driven execution, and custom HTML reporting.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078224"/>
            <a:ext cx="1737360" cy="1380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84832" y="4078224"/>
            <a:ext cx="1463040" cy="1380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21024" y="4078224"/>
            <a:ext cx="2029968" cy="1380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87568" y="4078224"/>
            <a:ext cx="3246120" cy="1380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078224"/>
            <a:ext cx="45720" cy="1380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133088"/>
            <a:ext cx="157276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App REST API Automation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157984" y="4133088"/>
            <a:ext cx="133502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Automation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694176" y="4133088"/>
            <a:ext cx="19019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API, Postman, Pytest,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 (RequestsLibrary),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 Validation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60720" y="4133088"/>
            <a:ext cx="311810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 of restaurant, dish, admin, and order APIs with reusable keyword-driven and data-driven API test suites.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822960"/>
            <a:ext cx="8659368" cy="4672584"/>
          </a:xfrm>
          <a:prstGeom prst="rect">
            <a:avLst/>
          </a:prstGeom>
          <a:ln w="12700">
            <a:solidFill>
              <a:srgbClr val="2C4F7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Projects — Overview &amp; Comparison Table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capstone overview: projects · frameworks · technologies · tools · test scope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83664" y="822960"/>
            <a:ext cx="7187184" cy="475488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822960"/>
            <a:ext cx="150876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229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83664" y="822960"/>
            <a:ext cx="2377440" cy="475488"/>
          </a:xfrm>
          <a:prstGeom prst="rect">
            <a:avLst/>
          </a:prstGeom>
          <a:solidFill>
            <a:srgbClr val="132740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83664" y="8229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 (UI)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88536" y="822960"/>
            <a:ext cx="2377440" cy="475488"/>
          </a:xfrm>
          <a:prstGeom prst="rect">
            <a:avLst/>
          </a:prstGeom>
          <a:solidFill>
            <a:srgbClr val="132740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88536" y="8229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Selenium (UI)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93408" y="822960"/>
            <a:ext cx="2377440" cy="475488"/>
          </a:xfrm>
          <a:prstGeom prst="rect">
            <a:avLst/>
          </a:prstGeom>
          <a:solidFill>
            <a:srgbClr val="132740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8229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App (API)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1298448"/>
            <a:ext cx="8449056" cy="3657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1353312"/>
            <a:ext cx="1508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353312"/>
            <a:ext cx="14356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83664" y="1353312"/>
            <a:ext cx="237744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1353312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Site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(LambdaTest Playground)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88536" y="1353312"/>
            <a:ext cx="237744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25112" y="1353312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Site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(LambdaTest Playground)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93408" y="1353312"/>
            <a:ext cx="237744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9984" y="1353312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App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(Flask REST API — Local)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1737360"/>
            <a:ext cx="1508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1737360"/>
            <a:ext cx="14356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83664" y="1737360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20240" y="1737360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 6.x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88536" y="1737360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25112" y="1737360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7.x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93408" y="1737360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9984" y="1737360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Robot Framework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7472" y="2121408"/>
            <a:ext cx="1508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2121408"/>
            <a:ext cx="14356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83664" y="2121408"/>
            <a:ext cx="237744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20240" y="2121408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+ Robot DSL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288536" y="2121408"/>
            <a:ext cx="237744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25112" y="2121408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693408" y="2121408"/>
            <a:ext cx="237744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9984" y="2121408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47472" y="2505456"/>
            <a:ext cx="1508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2505456"/>
            <a:ext cx="14356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Client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83664" y="2505456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20240" y="2505456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(Selenium WebDriver)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288536" y="2505456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25112" y="2505456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/ Firefox / Edge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693408" y="2505456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29984" y="2505456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library (HTTP)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47472" y="2889504"/>
            <a:ext cx="1508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" y="2889504"/>
            <a:ext cx="14356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Libraries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883664" y="2889504"/>
            <a:ext cx="237744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20240" y="2889504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SeleniumLibrary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DataDriver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288536" y="2889504"/>
            <a:ext cx="237744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25112" y="2889504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pytest-html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configparser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693408" y="2889504"/>
            <a:ext cx="237744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29984" y="2889504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RequestsLibrary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47472" y="3273552"/>
            <a:ext cx="1508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" y="3273552"/>
            <a:ext cx="14356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883664" y="3273552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20240" y="3273552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Keyword-Driven + POM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(locators.robot)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288536" y="3273552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25112" y="3273552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POM page classes)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693408" y="3273552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29984" y="3273552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Request-Response Pattern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 endpoints)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47472" y="3657600"/>
            <a:ext cx="1508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4048" y="3657600"/>
            <a:ext cx="14356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883664" y="3657600"/>
            <a:ext cx="237744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920240" y="3657600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E2E Scenarios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Full Flow Suite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288536" y="3657600"/>
            <a:ext cx="237744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25112" y="3657600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 Functions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6 CSV rows = 36 runs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693408" y="3657600"/>
            <a:ext cx="237744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729984" y="3657600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API Test Cases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modules)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47472" y="4041648"/>
            <a:ext cx="1508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4048" y="4041648"/>
            <a:ext cx="14356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883664" y="4041648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920240" y="4041648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DataDriver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 multi-run)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288536" y="4041648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325112" y="4041648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+ @parametrize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(test_data.csv)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693408" y="4041648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729984" y="4041648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JSON payloads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test functions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47472" y="4425696"/>
            <a:ext cx="1508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84048" y="4425696"/>
            <a:ext cx="14356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883664" y="4425696"/>
            <a:ext cx="237744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920240" y="4425696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report.html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log.html  output.xml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288536" y="4425696"/>
            <a:ext cx="237744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325112" y="4425696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report_HH-MM.html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(pytest-html plugin)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693408" y="4425696"/>
            <a:ext cx="237744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729984" y="4425696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-v terminal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log.html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347472" y="4809744"/>
            <a:ext cx="1508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84048" y="4809744"/>
            <a:ext cx="14356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1883664" y="4809744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920240" y="4809744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288536" y="4809744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25112" y="4809744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6693408" y="4809744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729984" y="4809744"/>
            <a:ext cx="230428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Collection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module runs)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347472" y="822960"/>
            <a:ext cx="8449056" cy="4352544"/>
          </a:xfrm>
          <a:prstGeom prst="rect">
            <a:avLst/>
          </a:prstGeom>
          <a:ln w="12700">
            <a:solidFill>
              <a:srgbClr val="2C4F7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907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UI Automation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3547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 +  Robot Framework  +  Python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Project Objective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purpose, scope, and goals of the Robot Framework automation project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1: Robot Framework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5029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04672"/>
            <a:ext cx="502920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896112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0058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15568" y="89611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1408176"/>
            <a:ext cx="475488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1481328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involves building a complete keyword-driven UI automation framework for an E-Commerce web application using Selenium WebDriver with Robot Framework. The framework automates five critical end-to-end user journeys — from registration and login through product search, cart management, and session logout.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2377440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2377440"/>
            <a:ext cx="457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32304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87552" y="2423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322576" y="2450592"/>
            <a:ext cx="27432" cy="29260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414016" y="24140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5 real-world E2E test scenarios on a live e-commerce site using keyword-driven testing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02920" y="2871216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02920" y="2871216"/>
            <a:ext cx="45720" cy="43891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26080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87552" y="29169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2322576" y="2944368"/>
            <a:ext cx="27432" cy="29260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414016" y="2907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— locators.robot centralizes all element IDs so tests never interact with Selenium directly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502920" y="3364992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02920" y="3364992"/>
            <a:ext cx="457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419856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87552" y="34107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2322576" y="3438144"/>
            <a:ext cx="27432" cy="29260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414016" y="3401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CSV-driven via DataDriver Library — one test template runs for every row of test data automatically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502920" y="3858768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02920" y="3858768"/>
            <a:ext cx="45720" cy="43891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913632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87552" y="39044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Goals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2322576" y="3931920"/>
            <a:ext cx="27432" cy="29260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2414016" y="3895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waits, screenshot on failure, modular keywords, meaningful assertions in every test case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502920" y="4352544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502920" y="4352544"/>
            <a:ext cx="457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407408"/>
            <a:ext cx="237744" cy="23774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87552" y="43982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2322576" y="4425696"/>
            <a:ext cx="27432" cy="29260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2414016" y="4389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report.html + log.html generated after every run, Git repository with proper README documentation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5577840" y="804672"/>
            <a:ext cx="3200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5577840" y="804672"/>
            <a:ext cx="32004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5715000" y="8778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Facts</a:t>
            </a:r>
            <a:endParaRPr lang="en-US" sz="1300" dirty="0"/>
          </a:p>
        </p:txBody>
      </p:sp>
      <p:sp>
        <p:nvSpPr>
          <p:cNvPr id="48" name="Shape 40"/>
          <p:cNvSpPr/>
          <p:nvPr/>
        </p:nvSpPr>
        <p:spPr>
          <a:xfrm>
            <a:off x="5715000" y="1161288"/>
            <a:ext cx="292608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5715000" y="1261872"/>
            <a:ext cx="2926080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5806440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Under Test</a:t>
            </a:r>
            <a:endParaRPr lang="en-US" sz="850" dirty="0"/>
          </a:p>
        </p:txBody>
      </p:sp>
      <p:sp>
        <p:nvSpPr>
          <p:cNvPr id="51" name="Text 43"/>
          <p:cNvSpPr/>
          <p:nvPr/>
        </p:nvSpPr>
        <p:spPr>
          <a:xfrm>
            <a:off x="5806440" y="14630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Playground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(LambdaTest Demo Site)</a:t>
            </a:r>
            <a:endParaRPr lang="en-US" sz="850" dirty="0"/>
          </a:p>
        </p:txBody>
      </p:sp>
      <p:sp>
        <p:nvSpPr>
          <p:cNvPr id="52" name="Shape 44"/>
          <p:cNvSpPr/>
          <p:nvPr/>
        </p:nvSpPr>
        <p:spPr>
          <a:xfrm>
            <a:off x="5715000" y="1700784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5806440" y="17190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Framework</a:t>
            </a:r>
            <a:endParaRPr lang="en-US" sz="850" dirty="0"/>
          </a:p>
        </p:txBody>
      </p:sp>
      <p:sp>
        <p:nvSpPr>
          <p:cNvPr id="54" name="Text 46"/>
          <p:cNvSpPr/>
          <p:nvPr/>
        </p:nvSpPr>
        <p:spPr>
          <a:xfrm>
            <a:off x="5806440" y="19019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 6.x</a:t>
            </a:r>
            <a:endParaRPr lang="en-US" sz="850" dirty="0"/>
          </a:p>
        </p:txBody>
      </p:sp>
      <p:sp>
        <p:nvSpPr>
          <p:cNvPr id="55" name="Shape 47"/>
          <p:cNvSpPr/>
          <p:nvPr/>
        </p:nvSpPr>
        <p:spPr>
          <a:xfrm>
            <a:off x="5715000" y="2139696"/>
            <a:ext cx="2926080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5806440" y="21579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</a:t>
            </a:r>
            <a:endParaRPr lang="en-US" sz="850" dirty="0"/>
          </a:p>
        </p:txBody>
      </p:sp>
      <p:sp>
        <p:nvSpPr>
          <p:cNvPr id="57" name="Text 49"/>
          <p:cNvSpPr/>
          <p:nvPr/>
        </p:nvSpPr>
        <p:spPr>
          <a:xfrm>
            <a:off x="5806440" y="23408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(Chrome)</a:t>
            </a:r>
            <a:endParaRPr lang="en-US" sz="850" dirty="0"/>
          </a:p>
        </p:txBody>
      </p:sp>
      <p:sp>
        <p:nvSpPr>
          <p:cNvPr id="58" name="Shape 50"/>
          <p:cNvSpPr/>
          <p:nvPr/>
        </p:nvSpPr>
        <p:spPr>
          <a:xfrm>
            <a:off x="5715000" y="2578608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5806440" y="25968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850" dirty="0"/>
          </a:p>
        </p:txBody>
      </p:sp>
      <p:sp>
        <p:nvSpPr>
          <p:cNvPr id="60" name="Text 52"/>
          <p:cNvSpPr/>
          <p:nvPr/>
        </p:nvSpPr>
        <p:spPr>
          <a:xfrm>
            <a:off x="5806440" y="27797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Scenarios + 1 E2E Suite</a:t>
            </a:r>
            <a:endParaRPr lang="en-US" sz="850" dirty="0"/>
          </a:p>
        </p:txBody>
      </p:sp>
      <p:sp>
        <p:nvSpPr>
          <p:cNvPr id="61" name="Shape 53"/>
          <p:cNvSpPr/>
          <p:nvPr/>
        </p:nvSpPr>
        <p:spPr>
          <a:xfrm>
            <a:off x="5715000" y="3017520"/>
            <a:ext cx="2926080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5806440" y="30358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Library</a:t>
            </a:r>
            <a:endParaRPr lang="en-US" sz="850" dirty="0"/>
          </a:p>
        </p:txBody>
      </p:sp>
      <p:sp>
        <p:nvSpPr>
          <p:cNvPr id="63" name="Text 55"/>
          <p:cNvSpPr/>
          <p:nvPr/>
        </p:nvSpPr>
        <p:spPr>
          <a:xfrm>
            <a:off x="5806440" y="32186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DataDriver (CSV format)</a:t>
            </a:r>
            <a:endParaRPr lang="en-US" sz="850" dirty="0"/>
          </a:p>
        </p:txBody>
      </p:sp>
      <p:sp>
        <p:nvSpPr>
          <p:cNvPr id="64" name="Shape 56"/>
          <p:cNvSpPr/>
          <p:nvPr/>
        </p:nvSpPr>
        <p:spPr>
          <a:xfrm>
            <a:off x="5715000" y="3456432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5" name="Text 57"/>
          <p:cNvSpPr/>
          <p:nvPr/>
        </p:nvSpPr>
        <p:spPr>
          <a:xfrm>
            <a:off x="5806440" y="3474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Command</a:t>
            </a:r>
            <a:endParaRPr lang="en-US" sz="850" dirty="0"/>
          </a:p>
        </p:txBody>
      </p:sp>
      <p:sp>
        <p:nvSpPr>
          <p:cNvPr id="66" name="Text 58"/>
          <p:cNvSpPr/>
          <p:nvPr/>
        </p:nvSpPr>
        <p:spPr>
          <a:xfrm>
            <a:off x="5806440" y="36576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-d reports tests/</a:t>
            </a:r>
            <a:endParaRPr lang="en-US" sz="850" dirty="0"/>
          </a:p>
        </p:txBody>
      </p:sp>
      <p:sp>
        <p:nvSpPr>
          <p:cNvPr id="67" name="Shape 59"/>
          <p:cNvSpPr/>
          <p:nvPr/>
        </p:nvSpPr>
        <p:spPr>
          <a:xfrm>
            <a:off x="5715000" y="3895344"/>
            <a:ext cx="2926080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8" name="Text 60"/>
          <p:cNvSpPr/>
          <p:nvPr/>
        </p:nvSpPr>
        <p:spPr>
          <a:xfrm>
            <a:off x="5806440" y="3913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Format</a:t>
            </a:r>
            <a:endParaRPr lang="en-US" sz="850" dirty="0"/>
          </a:p>
        </p:txBody>
      </p:sp>
      <p:sp>
        <p:nvSpPr>
          <p:cNvPr id="69" name="Text 61"/>
          <p:cNvSpPr/>
          <p:nvPr/>
        </p:nvSpPr>
        <p:spPr>
          <a:xfrm>
            <a:off x="5806440" y="40965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report.html + log.html</a:t>
            </a:r>
            <a:endParaRPr lang="en-US" sz="850" dirty="0"/>
          </a:p>
        </p:txBody>
      </p:sp>
      <p:sp>
        <p:nvSpPr>
          <p:cNvPr id="70" name="Shape 62"/>
          <p:cNvSpPr/>
          <p:nvPr/>
        </p:nvSpPr>
        <p:spPr>
          <a:xfrm>
            <a:off x="5715000" y="4334256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1" name="Text 63"/>
          <p:cNvSpPr/>
          <p:nvPr/>
        </p:nvSpPr>
        <p:spPr>
          <a:xfrm>
            <a:off x="5806440" y="43525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on Fail</a:t>
            </a:r>
            <a:endParaRPr lang="en-US" sz="850" dirty="0"/>
          </a:p>
        </p:txBody>
      </p:sp>
      <p:sp>
        <p:nvSpPr>
          <p:cNvPr id="72" name="Text 64"/>
          <p:cNvSpPr/>
          <p:nvPr/>
        </p:nvSpPr>
        <p:spPr>
          <a:xfrm>
            <a:off x="5806440" y="45354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Auto-captured via Test Teardown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Overview &amp; Technology Stack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Keyword-driven, data-driven, modular UI automation for a live e-commerce application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1: Robot Framework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1920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22960"/>
            <a:ext cx="192024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89611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859536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475488" y="140817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(TC01–TC05)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487168" y="822960"/>
            <a:ext cx="1920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87168" y="822960"/>
            <a:ext cx="192024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89611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017520" y="859536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2596896" y="140817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Robot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08576" y="822960"/>
            <a:ext cx="1920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08576" y="822960"/>
            <a:ext cx="192024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89611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38928" y="859536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2" name="Text 17"/>
          <p:cNvSpPr/>
          <p:nvPr/>
        </p:nvSpPr>
        <p:spPr>
          <a:xfrm>
            <a:off x="4718304" y="140817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729984" y="822960"/>
            <a:ext cx="1920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29984" y="822960"/>
            <a:ext cx="192024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89611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60336" y="859536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27" name="Text 21"/>
          <p:cNvSpPr/>
          <p:nvPr/>
        </p:nvSpPr>
        <p:spPr>
          <a:xfrm>
            <a:off x="6839712" y="140817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Full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Suite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65760" y="2048256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65760" y="2048256"/>
            <a:ext cx="457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02920" y="2103120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2203704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42416" y="210312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1042416" y="232257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2889504" y="2139696"/>
            <a:ext cx="27432" cy="34747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3017520" y="2121408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automation logic, data handling, and keyword implementations are written in Python.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365760" y="2615184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365760" y="2615184"/>
            <a:ext cx="45720" cy="51206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502920" y="2670048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" y="2770632"/>
            <a:ext cx="219456" cy="21945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042416" y="2670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1042416" y="28895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 &amp; Orchestrator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2889504" y="2706624"/>
            <a:ext cx="27432" cy="34747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3017520" y="2688336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keyword-driven syntax, lifecycle management (Setup/Teardown), and auto HTML report generation.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365760" y="3182112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365760" y="3182112"/>
            <a:ext cx="457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502920" y="3236976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" y="3337560"/>
            <a:ext cx="219456" cy="219456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042416" y="32369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</a:t>
            </a:r>
            <a:endParaRPr lang="en-US" sz="1150" dirty="0"/>
          </a:p>
        </p:txBody>
      </p:sp>
      <p:sp>
        <p:nvSpPr>
          <p:cNvPr id="49" name="Text 40"/>
          <p:cNvSpPr/>
          <p:nvPr/>
        </p:nvSpPr>
        <p:spPr>
          <a:xfrm>
            <a:off x="1042416" y="34564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 Engine</a:t>
            </a:r>
            <a:endParaRPr lang="en-US" sz="800" dirty="0"/>
          </a:p>
        </p:txBody>
      </p:sp>
      <p:sp>
        <p:nvSpPr>
          <p:cNvPr id="50" name="Shape 41"/>
          <p:cNvSpPr/>
          <p:nvPr/>
        </p:nvSpPr>
        <p:spPr>
          <a:xfrm>
            <a:off x="2889504" y="3273552"/>
            <a:ext cx="27432" cy="34747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3017520" y="3255264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Chrome/Firefox browser — clicks, inputs, navigates just like a real user would do.</a:t>
            </a:r>
            <a:endParaRPr lang="en-US" sz="1050" dirty="0"/>
          </a:p>
        </p:txBody>
      </p:sp>
      <p:sp>
        <p:nvSpPr>
          <p:cNvPr id="52" name="Shape 43"/>
          <p:cNvSpPr/>
          <p:nvPr/>
        </p:nvSpPr>
        <p:spPr>
          <a:xfrm>
            <a:off x="365760" y="3749040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44"/>
          <p:cNvSpPr/>
          <p:nvPr/>
        </p:nvSpPr>
        <p:spPr>
          <a:xfrm>
            <a:off x="365760" y="3749040"/>
            <a:ext cx="45720" cy="51206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502920" y="3803904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504" y="3904488"/>
            <a:ext cx="219456" cy="219456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1042416" y="380390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SeleniumLibrary</a:t>
            </a:r>
            <a:endParaRPr lang="en-US" sz="1150" dirty="0"/>
          </a:p>
        </p:txBody>
      </p:sp>
      <p:sp>
        <p:nvSpPr>
          <p:cNvPr id="57" name="Text 47"/>
          <p:cNvSpPr/>
          <p:nvPr/>
        </p:nvSpPr>
        <p:spPr>
          <a:xfrm>
            <a:off x="1042416" y="40233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Robot–Selenium Bridge</a:t>
            </a:r>
            <a:endParaRPr lang="en-US" sz="800" dirty="0"/>
          </a:p>
        </p:txBody>
      </p:sp>
      <p:sp>
        <p:nvSpPr>
          <p:cNvPr id="58" name="Shape 48"/>
          <p:cNvSpPr/>
          <p:nvPr/>
        </p:nvSpPr>
        <p:spPr>
          <a:xfrm>
            <a:off x="2889504" y="3840480"/>
            <a:ext cx="27432" cy="34747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9" name="Text 49"/>
          <p:cNvSpPr/>
          <p:nvPr/>
        </p:nvSpPr>
        <p:spPr>
          <a:xfrm>
            <a:off x="3017520" y="3822192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keywords: Click Element, Input Text, Wait Until Element Is Visible, Capture Page Screenshot.</a:t>
            </a:r>
            <a:endParaRPr lang="en-US" sz="1050" dirty="0"/>
          </a:p>
        </p:txBody>
      </p:sp>
      <p:sp>
        <p:nvSpPr>
          <p:cNvPr id="60" name="Shape 50"/>
          <p:cNvSpPr/>
          <p:nvPr/>
        </p:nvSpPr>
        <p:spPr>
          <a:xfrm>
            <a:off x="365760" y="4315968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1"/>
          <p:cNvSpPr/>
          <p:nvPr/>
        </p:nvSpPr>
        <p:spPr>
          <a:xfrm>
            <a:off x="365760" y="4315968"/>
            <a:ext cx="457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502920" y="4370832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471416"/>
            <a:ext cx="219456" cy="219456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1042416" y="43708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DataDriver Library</a:t>
            </a:r>
            <a:endParaRPr lang="en-US" sz="1150" dirty="0"/>
          </a:p>
        </p:txBody>
      </p:sp>
      <p:sp>
        <p:nvSpPr>
          <p:cNvPr id="65" name="Text 54"/>
          <p:cNvSpPr/>
          <p:nvPr/>
        </p:nvSpPr>
        <p:spPr>
          <a:xfrm>
            <a:off x="1042416" y="45902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Execution</a:t>
            </a:r>
            <a:endParaRPr lang="en-US" sz="800" dirty="0"/>
          </a:p>
        </p:txBody>
      </p:sp>
      <p:sp>
        <p:nvSpPr>
          <p:cNvPr id="66" name="Shape 55"/>
          <p:cNvSpPr/>
          <p:nvPr/>
        </p:nvSpPr>
        <p:spPr>
          <a:xfrm>
            <a:off x="2889504" y="4407408"/>
            <a:ext cx="27432" cy="34747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7" name="Text 56"/>
          <p:cNvSpPr/>
          <p:nvPr/>
        </p:nvSpPr>
        <p:spPr>
          <a:xfrm>
            <a:off x="3017520" y="4389120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CSV rows and re-runs the same test case automatically for each row — zero code duplication.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Folder Structure &amp; Framework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folder has a single responsibility — modular, scalable, and maintainable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1: Robot Framework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36576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04672"/>
            <a:ext cx="365760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8778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robot-framework/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188720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📂  tests/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362456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tc01_register_login.robot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1536192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tc02_search_product.robot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1709928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tc03_add_to_cart.robot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1883664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tc04_cart_update_remove.robot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057400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tc05_logout.robot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231136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8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tc0_endtoend_flow.robot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2404872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📂  keywords/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2578608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register.robot  |  login.robot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2752344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search.robot  |  cart.robot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926080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logout.robot  |  product.robot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099816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📂  resources/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273552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common.robot  |  locators.robot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447288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email_generator.robot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621024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📂  variables/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3794760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testdata.robot  |  *.csv files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3968496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📂  reports/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4142232"/>
            <a:ext cx="3520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8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report.html  |  log.html  |  *.png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24528" y="804672"/>
            <a:ext cx="4572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24528" y="804672"/>
            <a:ext cx="45720" cy="6949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841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0" y="111556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individual test suites + 1 full E2E suite. Each imports its keyword file and uses DataDriver for CSV execution.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24528" y="1609344"/>
            <a:ext cx="4572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24528" y="1609344"/>
            <a:ext cx="45720" cy="6949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1645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keywords/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89120" y="19202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reusable keyword files — one per feature. Keyword definitions live here, never inside test files.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24528" y="2414016"/>
            <a:ext cx="4572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24528" y="2414016"/>
            <a:ext cx="45720" cy="69494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0" y="2450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resources/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89120" y="27249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common.robot: browser open/close + screenshot teardown. locators.robot: every element locator centralized.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224528" y="3218688"/>
            <a:ext cx="4572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224528" y="3218688"/>
            <a:ext cx="45720" cy="6949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0" y="3255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variables/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389120" y="352958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testdata.robot stores BASE_URL, browser, waits. CSV files hold multi-row test data for DataDriver.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224528" y="4023360"/>
            <a:ext cx="45720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224528" y="4023360"/>
            <a:ext cx="45720" cy="69494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0" y="4059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389120" y="433425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after every run: report.html (summary dashboard), log.html (detailed steps), output.xml.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5 End-to-End Test Scenarios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is data-driven via CSV — executes automatically once per row — zero code duplication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1: Robot Framework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804672"/>
            <a:ext cx="161848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804672"/>
            <a:ext cx="161848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22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TC01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850392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74320" y="1097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Login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4320" y="1508760"/>
            <a:ext cx="1463040" cy="18288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15087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register_data.csv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274320" y="1719072"/>
            <a:ext cx="1463040" cy="182880"/>
          </a:xfrm>
          <a:prstGeom prst="rect">
            <a:avLst/>
          </a:prstGeom>
          <a:solidFill>
            <a:srgbClr val="2C4F7C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1719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Run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92608" y="1984248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2608" y="19842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493776" y="1956816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Register page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92608" y="2295144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2608" y="22951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493776" y="226771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form: name, phone, password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92608" y="26060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26060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493776" y="2578608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unique dynamic email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92608" y="2916936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92608" y="29169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493776" y="2889504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&amp; assert 'Account Created'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92608" y="3227832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92608" y="32278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493776" y="3200400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completely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292608" y="3538728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92608" y="35387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493776" y="3511296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new credentials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292608" y="3849624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92608" y="38496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493776" y="382219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My Account page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1956816" y="804672"/>
            <a:ext cx="161848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1956816" y="804672"/>
            <a:ext cx="161848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029968" y="822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TC02</a:t>
            </a:r>
            <a:endParaRPr lang="en-US" sz="1400" dirty="0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850392"/>
            <a:ext cx="329184" cy="329184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2029968" y="1097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Search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Details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2029968" y="1508760"/>
            <a:ext cx="1463040" cy="18288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2029968" y="15087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search_data.csv</a:t>
            </a:r>
            <a:endParaRPr lang="en-US" sz="700" dirty="0"/>
          </a:p>
        </p:txBody>
      </p:sp>
      <p:sp>
        <p:nvSpPr>
          <p:cNvPr id="45" name="Shape 41"/>
          <p:cNvSpPr/>
          <p:nvPr/>
        </p:nvSpPr>
        <p:spPr>
          <a:xfrm>
            <a:off x="2029968" y="1719072"/>
            <a:ext cx="1463040" cy="182880"/>
          </a:xfrm>
          <a:prstGeom prst="rect">
            <a:avLst/>
          </a:prstGeom>
          <a:solidFill>
            <a:srgbClr val="2C4F7C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2029968" y="1719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Run</a:t>
            </a:r>
            <a:endParaRPr lang="en-US" sz="750" dirty="0"/>
          </a:p>
        </p:txBody>
      </p:sp>
      <p:sp>
        <p:nvSpPr>
          <p:cNvPr id="47" name="Shape 43"/>
          <p:cNvSpPr/>
          <p:nvPr/>
        </p:nvSpPr>
        <p:spPr>
          <a:xfrm>
            <a:off x="2048256" y="1984248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2048256" y="19842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49" name="Text 45"/>
          <p:cNvSpPr/>
          <p:nvPr/>
        </p:nvSpPr>
        <p:spPr>
          <a:xfrm>
            <a:off x="2249424" y="1956816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home page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2048256" y="2295144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2048256" y="22951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52" name="Text 48"/>
          <p:cNvSpPr/>
          <p:nvPr/>
        </p:nvSpPr>
        <p:spPr>
          <a:xfrm>
            <a:off x="2249424" y="226771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&amp; type product name</a:t>
            </a:r>
            <a:endParaRPr lang="en-US" sz="800" dirty="0"/>
          </a:p>
        </p:txBody>
      </p:sp>
      <p:sp>
        <p:nvSpPr>
          <p:cNvPr id="53" name="Shape 49"/>
          <p:cNvSpPr/>
          <p:nvPr/>
        </p:nvSpPr>
        <p:spPr>
          <a:xfrm>
            <a:off x="2048256" y="26060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2048256" y="26060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55" name="Text 51"/>
          <p:cNvSpPr/>
          <p:nvPr/>
        </p:nvSpPr>
        <p:spPr>
          <a:xfrm>
            <a:off x="2249424" y="2578608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typed text in box</a:t>
            </a:r>
            <a:endParaRPr lang="en-US" sz="800" dirty="0"/>
          </a:p>
        </p:txBody>
      </p:sp>
      <p:sp>
        <p:nvSpPr>
          <p:cNvPr id="56" name="Shape 52"/>
          <p:cNvSpPr/>
          <p:nvPr/>
        </p:nvSpPr>
        <p:spPr>
          <a:xfrm>
            <a:off x="2048256" y="2916936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2048256" y="29169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58" name="Text 54"/>
          <p:cNvSpPr/>
          <p:nvPr/>
        </p:nvSpPr>
        <p:spPr>
          <a:xfrm>
            <a:off x="2249424" y="2889504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ENTER to search</a:t>
            </a:r>
            <a:endParaRPr lang="en-US" sz="800" dirty="0"/>
          </a:p>
        </p:txBody>
      </p:sp>
      <p:sp>
        <p:nvSpPr>
          <p:cNvPr id="59" name="Shape 55"/>
          <p:cNvSpPr/>
          <p:nvPr/>
        </p:nvSpPr>
        <p:spPr>
          <a:xfrm>
            <a:off x="2048256" y="3227832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2048256" y="32278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50" dirty="0"/>
          </a:p>
        </p:txBody>
      </p:sp>
      <p:sp>
        <p:nvSpPr>
          <p:cNvPr id="61" name="Text 57"/>
          <p:cNvSpPr/>
          <p:nvPr/>
        </p:nvSpPr>
        <p:spPr>
          <a:xfrm>
            <a:off x="2249424" y="3200400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search results appear</a:t>
            </a:r>
            <a:endParaRPr lang="en-US" sz="800" dirty="0"/>
          </a:p>
        </p:txBody>
      </p:sp>
      <p:sp>
        <p:nvSpPr>
          <p:cNvPr id="62" name="Shape 58"/>
          <p:cNvSpPr/>
          <p:nvPr/>
        </p:nvSpPr>
        <p:spPr>
          <a:xfrm>
            <a:off x="2048256" y="3538728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2048256" y="35387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50" dirty="0"/>
          </a:p>
        </p:txBody>
      </p:sp>
      <p:sp>
        <p:nvSpPr>
          <p:cNvPr id="64" name="Text 60"/>
          <p:cNvSpPr/>
          <p:nvPr/>
        </p:nvSpPr>
        <p:spPr>
          <a:xfrm>
            <a:off x="2249424" y="3511296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first product card</a:t>
            </a:r>
            <a:endParaRPr lang="en-US" sz="800" dirty="0"/>
          </a:p>
        </p:txBody>
      </p:sp>
      <p:sp>
        <p:nvSpPr>
          <p:cNvPr id="65" name="Shape 61"/>
          <p:cNvSpPr/>
          <p:nvPr/>
        </p:nvSpPr>
        <p:spPr>
          <a:xfrm>
            <a:off x="2048256" y="3849624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2048256" y="38496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50" dirty="0"/>
          </a:p>
        </p:txBody>
      </p:sp>
      <p:sp>
        <p:nvSpPr>
          <p:cNvPr id="67" name="Text 63"/>
          <p:cNvSpPr/>
          <p:nvPr/>
        </p:nvSpPr>
        <p:spPr>
          <a:xfrm>
            <a:off x="2249424" y="382219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product detail URL</a:t>
            </a:r>
            <a:endParaRPr lang="en-US" sz="800" dirty="0"/>
          </a:p>
        </p:txBody>
      </p:sp>
      <p:sp>
        <p:nvSpPr>
          <p:cNvPr id="68" name="Shape 64"/>
          <p:cNvSpPr/>
          <p:nvPr/>
        </p:nvSpPr>
        <p:spPr>
          <a:xfrm>
            <a:off x="3712464" y="804672"/>
            <a:ext cx="161848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9" name="Shape 65"/>
          <p:cNvSpPr/>
          <p:nvPr/>
        </p:nvSpPr>
        <p:spPr>
          <a:xfrm>
            <a:off x="3712464" y="804672"/>
            <a:ext cx="161848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3785616" y="822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TC03</a:t>
            </a:r>
            <a:endParaRPr lang="en-US" sz="1400" dirty="0"/>
          </a:p>
        </p:txBody>
      </p:sp>
      <p:pic>
        <p:nvPicPr>
          <p:cNvPr id="7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850392"/>
            <a:ext cx="329184" cy="329184"/>
          </a:xfrm>
          <a:prstGeom prst="rect">
            <a:avLst/>
          </a:prstGeom>
        </p:spPr>
      </p:pic>
      <p:sp>
        <p:nvSpPr>
          <p:cNvPr id="72" name="Text 67"/>
          <p:cNvSpPr/>
          <p:nvPr/>
        </p:nvSpPr>
        <p:spPr>
          <a:xfrm>
            <a:off x="3785616" y="1097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800" dirty="0"/>
          </a:p>
        </p:txBody>
      </p:sp>
      <p:sp>
        <p:nvSpPr>
          <p:cNvPr id="73" name="Shape 68"/>
          <p:cNvSpPr/>
          <p:nvPr/>
        </p:nvSpPr>
        <p:spPr>
          <a:xfrm>
            <a:off x="3785616" y="1508760"/>
            <a:ext cx="1463040" cy="18288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3785616" y="15087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search_data.csv</a:t>
            </a:r>
            <a:endParaRPr lang="en-US" sz="700" dirty="0"/>
          </a:p>
        </p:txBody>
      </p:sp>
      <p:sp>
        <p:nvSpPr>
          <p:cNvPr id="75" name="Shape 70"/>
          <p:cNvSpPr/>
          <p:nvPr/>
        </p:nvSpPr>
        <p:spPr>
          <a:xfrm>
            <a:off x="3785616" y="1719072"/>
            <a:ext cx="1463040" cy="182880"/>
          </a:xfrm>
          <a:prstGeom prst="rect">
            <a:avLst/>
          </a:prstGeom>
          <a:solidFill>
            <a:srgbClr val="2C4F7C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3785616" y="1719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Run</a:t>
            </a:r>
            <a:endParaRPr lang="en-US" sz="750" dirty="0"/>
          </a:p>
        </p:txBody>
      </p:sp>
      <p:sp>
        <p:nvSpPr>
          <p:cNvPr id="77" name="Shape 72"/>
          <p:cNvSpPr/>
          <p:nvPr/>
        </p:nvSpPr>
        <p:spPr>
          <a:xfrm>
            <a:off x="3803904" y="1984248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8" name="Text 73"/>
          <p:cNvSpPr/>
          <p:nvPr/>
        </p:nvSpPr>
        <p:spPr>
          <a:xfrm>
            <a:off x="3803904" y="19842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79" name="Text 74"/>
          <p:cNvSpPr/>
          <p:nvPr/>
        </p:nvSpPr>
        <p:spPr>
          <a:xfrm>
            <a:off x="4005072" y="1956816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TC02 steps</a:t>
            </a:r>
            <a:endParaRPr lang="en-US" sz="800" dirty="0"/>
          </a:p>
        </p:txBody>
      </p:sp>
      <p:sp>
        <p:nvSpPr>
          <p:cNvPr id="80" name="Shape 75"/>
          <p:cNvSpPr/>
          <p:nvPr/>
        </p:nvSpPr>
        <p:spPr>
          <a:xfrm>
            <a:off x="3803904" y="2295144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3803904" y="22951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82" name="Text 77"/>
          <p:cNvSpPr/>
          <p:nvPr/>
        </p:nvSpPr>
        <p:spPr>
          <a:xfrm>
            <a:off x="4005072" y="226771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product page</a:t>
            </a:r>
            <a:endParaRPr lang="en-US" sz="800" dirty="0"/>
          </a:p>
        </p:txBody>
      </p:sp>
      <p:sp>
        <p:nvSpPr>
          <p:cNvPr id="83" name="Shape 78"/>
          <p:cNvSpPr/>
          <p:nvPr/>
        </p:nvSpPr>
        <p:spPr>
          <a:xfrm>
            <a:off x="3803904" y="26060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4" name="Text 79"/>
          <p:cNvSpPr/>
          <p:nvPr/>
        </p:nvSpPr>
        <p:spPr>
          <a:xfrm>
            <a:off x="3803904" y="26060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85" name="Text 80"/>
          <p:cNvSpPr/>
          <p:nvPr/>
        </p:nvSpPr>
        <p:spPr>
          <a:xfrm>
            <a:off x="4005072" y="2578608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Add to Cart visible</a:t>
            </a:r>
            <a:endParaRPr lang="en-US" sz="800" dirty="0"/>
          </a:p>
        </p:txBody>
      </p:sp>
      <p:sp>
        <p:nvSpPr>
          <p:cNvPr id="86" name="Shape 81"/>
          <p:cNvSpPr/>
          <p:nvPr/>
        </p:nvSpPr>
        <p:spPr>
          <a:xfrm>
            <a:off x="3803904" y="2916936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3803904" y="29169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88" name="Text 83"/>
          <p:cNvSpPr/>
          <p:nvPr/>
        </p:nvSpPr>
        <p:spPr>
          <a:xfrm>
            <a:off x="4005072" y="2889504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button is enabled</a:t>
            </a:r>
            <a:endParaRPr lang="en-US" sz="800" dirty="0"/>
          </a:p>
        </p:txBody>
      </p:sp>
      <p:sp>
        <p:nvSpPr>
          <p:cNvPr id="89" name="Shape 84"/>
          <p:cNvSpPr/>
          <p:nvPr/>
        </p:nvSpPr>
        <p:spPr>
          <a:xfrm>
            <a:off x="3803904" y="3227832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0" name="Text 85"/>
          <p:cNvSpPr/>
          <p:nvPr/>
        </p:nvSpPr>
        <p:spPr>
          <a:xfrm>
            <a:off x="3803904" y="32278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50" dirty="0"/>
          </a:p>
        </p:txBody>
      </p:sp>
      <p:sp>
        <p:nvSpPr>
          <p:cNvPr id="91" name="Text 86"/>
          <p:cNvSpPr/>
          <p:nvPr/>
        </p:nvSpPr>
        <p:spPr>
          <a:xfrm>
            <a:off x="4005072" y="3200400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Add to Cart button</a:t>
            </a:r>
            <a:endParaRPr lang="en-US" sz="800" dirty="0"/>
          </a:p>
        </p:txBody>
      </p:sp>
      <p:sp>
        <p:nvSpPr>
          <p:cNvPr id="92" name="Shape 87"/>
          <p:cNvSpPr/>
          <p:nvPr/>
        </p:nvSpPr>
        <p:spPr>
          <a:xfrm>
            <a:off x="3803904" y="3538728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3" name="Text 88"/>
          <p:cNvSpPr/>
          <p:nvPr/>
        </p:nvSpPr>
        <p:spPr>
          <a:xfrm>
            <a:off x="3803904" y="35387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50" dirty="0"/>
          </a:p>
        </p:txBody>
      </p:sp>
      <p:sp>
        <p:nvSpPr>
          <p:cNvPr id="94" name="Text 89"/>
          <p:cNvSpPr/>
          <p:nvPr/>
        </p:nvSpPr>
        <p:spPr>
          <a:xfrm>
            <a:off x="4005072" y="3511296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success toast message</a:t>
            </a:r>
            <a:endParaRPr lang="en-US" sz="800" dirty="0"/>
          </a:p>
        </p:txBody>
      </p:sp>
      <p:sp>
        <p:nvSpPr>
          <p:cNvPr id="95" name="Shape 90"/>
          <p:cNvSpPr/>
          <p:nvPr/>
        </p:nvSpPr>
        <p:spPr>
          <a:xfrm>
            <a:off x="3803904" y="3849624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6" name="Text 91"/>
          <p:cNvSpPr/>
          <p:nvPr/>
        </p:nvSpPr>
        <p:spPr>
          <a:xfrm>
            <a:off x="3803904" y="38496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50" dirty="0"/>
          </a:p>
        </p:txBody>
      </p:sp>
      <p:sp>
        <p:nvSpPr>
          <p:cNvPr id="97" name="Text 92"/>
          <p:cNvSpPr/>
          <p:nvPr/>
        </p:nvSpPr>
        <p:spPr>
          <a:xfrm>
            <a:off x="4005072" y="382219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View Cart button</a:t>
            </a:r>
            <a:endParaRPr lang="en-US" sz="800" dirty="0"/>
          </a:p>
        </p:txBody>
      </p:sp>
      <p:sp>
        <p:nvSpPr>
          <p:cNvPr id="98" name="Shape 93"/>
          <p:cNvSpPr/>
          <p:nvPr/>
        </p:nvSpPr>
        <p:spPr>
          <a:xfrm>
            <a:off x="5468112" y="804672"/>
            <a:ext cx="161848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9" name="Shape 94"/>
          <p:cNvSpPr/>
          <p:nvPr/>
        </p:nvSpPr>
        <p:spPr>
          <a:xfrm>
            <a:off x="5468112" y="804672"/>
            <a:ext cx="161848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0" name="Text 95"/>
          <p:cNvSpPr/>
          <p:nvPr/>
        </p:nvSpPr>
        <p:spPr>
          <a:xfrm>
            <a:off x="5541264" y="822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TC04</a:t>
            </a:r>
            <a:endParaRPr lang="en-US" sz="1400" dirty="0"/>
          </a:p>
        </p:txBody>
      </p:sp>
      <p:pic>
        <p:nvPicPr>
          <p:cNvPr id="10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850392"/>
            <a:ext cx="329184" cy="329184"/>
          </a:xfrm>
          <a:prstGeom prst="rect">
            <a:avLst/>
          </a:prstGeom>
        </p:spPr>
      </p:pic>
      <p:sp>
        <p:nvSpPr>
          <p:cNvPr id="102" name="Text 96"/>
          <p:cNvSpPr/>
          <p:nvPr/>
        </p:nvSpPr>
        <p:spPr>
          <a:xfrm>
            <a:off x="5541264" y="1097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Cart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Remove</a:t>
            </a:r>
            <a:endParaRPr lang="en-US" sz="800" dirty="0"/>
          </a:p>
        </p:txBody>
      </p:sp>
      <p:sp>
        <p:nvSpPr>
          <p:cNvPr id="103" name="Shape 97"/>
          <p:cNvSpPr/>
          <p:nvPr/>
        </p:nvSpPr>
        <p:spPr>
          <a:xfrm>
            <a:off x="5541264" y="1508760"/>
            <a:ext cx="1463040" cy="18288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4" name="Text 98"/>
          <p:cNvSpPr/>
          <p:nvPr/>
        </p:nvSpPr>
        <p:spPr>
          <a:xfrm>
            <a:off x="5541264" y="15087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search_data.csv</a:t>
            </a:r>
            <a:endParaRPr lang="en-US" sz="700" dirty="0"/>
          </a:p>
        </p:txBody>
      </p:sp>
      <p:sp>
        <p:nvSpPr>
          <p:cNvPr id="105" name="Shape 99"/>
          <p:cNvSpPr/>
          <p:nvPr/>
        </p:nvSpPr>
        <p:spPr>
          <a:xfrm>
            <a:off x="5541264" y="1719072"/>
            <a:ext cx="1463040" cy="182880"/>
          </a:xfrm>
          <a:prstGeom prst="rect">
            <a:avLst/>
          </a:prstGeom>
          <a:solidFill>
            <a:srgbClr val="2C4F7C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106" name="Text 100"/>
          <p:cNvSpPr/>
          <p:nvPr/>
        </p:nvSpPr>
        <p:spPr>
          <a:xfrm>
            <a:off x="5541264" y="1719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Run</a:t>
            </a:r>
            <a:endParaRPr lang="en-US" sz="750" dirty="0"/>
          </a:p>
        </p:txBody>
      </p:sp>
      <p:sp>
        <p:nvSpPr>
          <p:cNvPr id="107" name="Shape 101"/>
          <p:cNvSpPr/>
          <p:nvPr/>
        </p:nvSpPr>
        <p:spPr>
          <a:xfrm>
            <a:off x="5559552" y="1984248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8" name="Text 102"/>
          <p:cNvSpPr/>
          <p:nvPr/>
        </p:nvSpPr>
        <p:spPr>
          <a:xfrm>
            <a:off x="5559552" y="19842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109" name="Text 103"/>
          <p:cNvSpPr/>
          <p:nvPr/>
        </p:nvSpPr>
        <p:spPr>
          <a:xfrm>
            <a:off x="5760720" y="1956816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TC03 steps</a:t>
            </a:r>
            <a:endParaRPr lang="en-US" sz="800" dirty="0"/>
          </a:p>
        </p:txBody>
      </p:sp>
      <p:sp>
        <p:nvSpPr>
          <p:cNvPr id="110" name="Shape 104"/>
          <p:cNvSpPr/>
          <p:nvPr/>
        </p:nvSpPr>
        <p:spPr>
          <a:xfrm>
            <a:off x="5559552" y="2295144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1" name="Text 105"/>
          <p:cNvSpPr/>
          <p:nvPr/>
        </p:nvSpPr>
        <p:spPr>
          <a:xfrm>
            <a:off x="5559552" y="22951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112" name="Text 106"/>
          <p:cNvSpPr/>
          <p:nvPr/>
        </p:nvSpPr>
        <p:spPr>
          <a:xfrm>
            <a:off x="5760720" y="226771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Shopping Cart</a:t>
            </a:r>
            <a:endParaRPr lang="en-US" sz="800" dirty="0"/>
          </a:p>
        </p:txBody>
      </p:sp>
      <p:sp>
        <p:nvSpPr>
          <p:cNvPr id="113" name="Shape 107"/>
          <p:cNvSpPr/>
          <p:nvPr/>
        </p:nvSpPr>
        <p:spPr>
          <a:xfrm>
            <a:off x="5559552" y="26060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4" name="Text 108"/>
          <p:cNvSpPr/>
          <p:nvPr/>
        </p:nvSpPr>
        <p:spPr>
          <a:xfrm>
            <a:off x="5559552" y="26060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115" name="Text 109"/>
          <p:cNvSpPr/>
          <p:nvPr/>
        </p:nvSpPr>
        <p:spPr>
          <a:xfrm>
            <a:off x="5760720" y="2578608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quantity to 2</a:t>
            </a:r>
            <a:endParaRPr lang="en-US" sz="800" dirty="0"/>
          </a:p>
        </p:txBody>
      </p:sp>
      <p:sp>
        <p:nvSpPr>
          <p:cNvPr id="116" name="Shape 110"/>
          <p:cNvSpPr/>
          <p:nvPr/>
        </p:nvSpPr>
        <p:spPr>
          <a:xfrm>
            <a:off x="5559552" y="2916936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7" name="Text 111"/>
          <p:cNvSpPr/>
          <p:nvPr/>
        </p:nvSpPr>
        <p:spPr>
          <a:xfrm>
            <a:off x="5559552" y="29169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118" name="Text 112"/>
          <p:cNvSpPr/>
          <p:nvPr/>
        </p:nvSpPr>
        <p:spPr>
          <a:xfrm>
            <a:off x="5760720" y="2889504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Update Cart</a:t>
            </a:r>
            <a:endParaRPr lang="en-US" sz="800" dirty="0"/>
          </a:p>
        </p:txBody>
      </p:sp>
      <p:sp>
        <p:nvSpPr>
          <p:cNvPr id="119" name="Shape 113"/>
          <p:cNvSpPr/>
          <p:nvPr/>
        </p:nvSpPr>
        <p:spPr>
          <a:xfrm>
            <a:off x="5559552" y="3227832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0" name="Text 114"/>
          <p:cNvSpPr/>
          <p:nvPr/>
        </p:nvSpPr>
        <p:spPr>
          <a:xfrm>
            <a:off x="5559552" y="32278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50" dirty="0"/>
          </a:p>
        </p:txBody>
      </p:sp>
      <p:sp>
        <p:nvSpPr>
          <p:cNvPr id="121" name="Text 115"/>
          <p:cNvSpPr/>
          <p:nvPr/>
        </p:nvSpPr>
        <p:spPr>
          <a:xfrm>
            <a:off x="5760720" y="3200400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update message</a:t>
            </a:r>
            <a:endParaRPr lang="en-US" sz="800" dirty="0"/>
          </a:p>
        </p:txBody>
      </p:sp>
      <p:sp>
        <p:nvSpPr>
          <p:cNvPr id="122" name="Shape 116"/>
          <p:cNvSpPr/>
          <p:nvPr/>
        </p:nvSpPr>
        <p:spPr>
          <a:xfrm>
            <a:off x="5559552" y="3538728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3" name="Text 117"/>
          <p:cNvSpPr/>
          <p:nvPr/>
        </p:nvSpPr>
        <p:spPr>
          <a:xfrm>
            <a:off x="5559552" y="35387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50" dirty="0"/>
          </a:p>
        </p:txBody>
      </p:sp>
      <p:sp>
        <p:nvSpPr>
          <p:cNvPr id="124" name="Text 118"/>
          <p:cNvSpPr/>
          <p:nvPr/>
        </p:nvSpPr>
        <p:spPr>
          <a:xfrm>
            <a:off x="5760720" y="3511296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Remove button</a:t>
            </a:r>
            <a:endParaRPr lang="en-US" sz="800" dirty="0"/>
          </a:p>
        </p:txBody>
      </p:sp>
      <p:sp>
        <p:nvSpPr>
          <p:cNvPr id="125" name="Shape 119"/>
          <p:cNvSpPr/>
          <p:nvPr/>
        </p:nvSpPr>
        <p:spPr>
          <a:xfrm>
            <a:off x="5559552" y="3849624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6" name="Text 120"/>
          <p:cNvSpPr/>
          <p:nvPr/>
        </p:nvSpPr>
        <p:spPr>
          <a:xfrm>
            <a:off x="5559552" y="38496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50" dirty="0"/>
          </a:p>
        </p:txBody>
      </p:sp>
      <p:sp>
        <p:nvSpPr>
          <p:cNvPr id="127" name="Text 121"/>
          <p:cNvSpPr/>
          <p:nvPr/>
        </p:nvSpPr>
        <p:spPr>
          <a:xfrm>
            <a:off x="5760720" y="382219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cart is empty</a:t>
            </a:r>
            <a:endParaRPr lang="en-US" sz="800" dirty="0"/>
          </a:p>
        </p:txBody>
      </p:sp>
      <p:sp>
        <p:nvSpPr>
          <p:cNvPr id="128" name="Shape 122"/>
          <p:cNvSpPr/>
          <p:nvPr/>
        </p:nvSpPr>
        <p:spPr>
          <a:xfrm>
            <a:off x="7223760" y="804672"/>
            <a:ext cx="161848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9" name="Shape 123"/>
          <p:cNvSpPr/>
          <p:nvPr/>
        </p:nvSpPr>
        <p:spPr>
          <a:xfrm>
            <a:off x="7223760" y="804672"/>
            <a:ext cx="1618488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0" name="Text 124"/>
          <p:cNvSpPr/>
          <p:nvPr/>
        </p:nvSpPr>
        <p:spPr>
          <a:xfrm>
            <a:off x="7296912" y="8229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TC05</a:t>
            </a:r>
            <a:endParaRPr lang="en-US" sz="1400" dirty="0"/>
          </a:p>
        </p:txBody>
      </p:sp>
      <p:pic>
        <p:nvPicPr>
          <p:cNvPr id="1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904" y="850392"/>
            <a:ext cx="329184" cy="329184"/>
          </a:xfrm>
          <a:prstGeom prst="rect">
            <a:avLst/>
          </a:prstGeom>
        </p:spPr>
      </p:pic>
      <p:sp>
        <p:nvSpPr>
          <p:cNvPr id="132" name="Text 125"/>
          <p:cNvSpPr/>
          <p:nvPr/>
        </p:nvSpPr>
        <p:spPr>
          <a:xfrm>
            <a:off x="7296912" y="1097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 &amp;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800" dirty="0"/>
          </a:p>
        </p:txBody>
      </p:sp>
      <p:sp>
        <p:nvSpPr>
          <p:cNvPr id="133" name="Shape 126"/>
          <p:cNvSpPr/>
          <p:nvPr/>
        </p:nvSpPr>
        <p:spPr>
          <a:xfrm>
            <a:off x="7296912" y="1508760"/>
            <a:ext cx="1463040" cy="18288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4" name="Text 127"/>
          <p:cNvSpPr/>
          <p:nvPr/>
        </p:nvSpPr>
        <p:spPr>
          <a:xfrm>
            <a:off x="7296912" y="15087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login_data.csv</a:t>
            </a:r>
            <a:endParaRPr lang="en-US" sz="700" dirty="0"/>
          </a:p>
        </p:txBody>
      </p:sp>
      <p:sp>
        <p:nvSpPr>
          <p:cNvPr id="135" name="Shape 128"/>
          <p:cNvSpPr/>
          <p:nvPr/>
        </p:nvSpPr>
        <p:spPr>
          <a:xfrm>
            <a:off x="7296912" y="1719072"/>
            <a:ext cx="1463040" cy="182880"/>
          </a:xfrm>
          <a:prstGeom prst="rect">
            <a:avLst/>
          </a:prstGeom>
          <a:solidFill>
            <a:srgbClr val="2C4F7C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136" name="Text 129"/>
          <p:cNvSpPr/>
          <p:nvPr/>
        </p:nvSpPr>
        <p:spPr>
          <a:xfrm>
            <a:off x="7296912" y="17190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Run</a:t>
            </a:r>
            <a:endParaRPr lang="en-US" sz="750" dirty="0"/>
          </a:p>
        </p:txBody>
      </p:sp>
      <p:sp>
        <p:nvSpPr>
          <p:cNvPr id="137" name="Shape 130"/>
          <p:cNvSpPr/>
          <p:nvPr/>
        </p:nvSpPr>
        <p:spPr>
          <a:xfrm>
            <a:off x="7315200" y="1984248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8" name="Text 131"/>
          <p:cNvSpPr/>
          <p:nvPr/>
        </p:nvSpPr>
        <p:spPr>
          <a:xfrm>
            <a:off x="7315200" y="19842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50" dirty="0"/>
          </a:p>
        </p:txBody>
      </p:sp>
      <p:sp>
        <p:nvSpPr>
          <p:cNvPr id="139" name="Text 132"/>
          <p:cNvSpPr/>
          <p:nvPr/>
        </p:nvSpPr>
        <p:spPr>
          <a:xfrm>
            <a:off x="7516368" y="1956816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CSV credentials</a:t>
            </a:r>
            <a:endParaRPr lang="en-US" sz="800" dirty="0"/>
          </a:p>
        </p:txBody>
      </p:sp>
      <p:sp>
        <p:nvSpPr>
          <p:cNvPr id="140" name="Shape 133"/>
          <p:cNvSpPr/>
          <p:nvPr/>
        </p:nvSpPr>
        <p:spPr>
          <a:xfrm>
            <a:off x="7315200" y="2295144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1" name="Text 134"/>
          <p:cNvSpPr/>
          <p:nvPr/>
        </p:nvSpPr>
        <p:spPr>
          <a:xfrm>
            <a:off x="7315200" y="229514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50" dirty="0"/>
          </a:p>
        </p:txBody>
      </p:sp>
      <p:sp>
        <p:nvSpPr>
          <p:cNvPr id="142" name="Text 135"/>
          <p:cNvSpPr/>
          <p:nvPr/>
        </p:nvSpPr>
        <p:spPr>
          <a:xfrm>
            <a:off x="7516368" y="226771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My Account loaded</a:t>
            </a:r>
            <a:endParaRPr lang="en-US" sz="800" dirty="0"/>
          </a:p>
        </p:txBody>
      </p:sp>
      <p:sp>
        <p:nvSpPr>
          <p:cNvPr id="143" name="Shape 136"/>
          <p:cNvSpPr/>
          <p:nvPr/>
        </p:nvSpPr>
        <p:spPr>
          <a:xfrm>
            <a:off x="7315200" y="2606040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4" name="Text 137"/>
          <p:cNvSpPr/>
          <p:nvPr/>
        </p:nvSpPr>
        <p:spPr>
          <a:xfrm>
            <a:off x="7315200" y="26060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50" dirty="0"/>
          </a:p>
        </p:txBody>
      </p:sp>
      <p:sp>
        <p:nvSpPr>
          <p:cNvPr id="145" name="Text 138"/>
          <p:cNvSpPr/>
          <p:nvPr/>
        </p:nvSpPr>
        <p:spPr>
          <a:xfrm>
            <a:off x="7516368" y="2578608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My Account dropdown</a:t>
            </a:r>
            <a:endParaRPr lang="en-US" sz="800" dirty="0"/>
          </a:p>
        </p:txBody>
      </p:sp>
      <p:sp>
        <p:nvSpPr>
          <p:cNvPr id="146" name="Shape 139"/>
          <p:cNvSpPr/>
          <p:nvPr/>
        </p:nvSpPr>
        <p:spPr>
          <a:xfrm>
            <a:off x="7315200" y="2916936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7" name="Text 140"/>
          <p:cNvSpPr/>
          <p:nvPr/>
        </p:nvSpPr>
        <p:spPr>
          <a:xfrm>
            <a:off x="7315200" y="29169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50" dirty="0"/>
          </a:p>
        </p:txBody>
      </p:sp>
      <p:sp>
        <p:nvSpPr>
          <p:cNvPr id="148" name="Text 141"/>
          <p:cNvSpPr/>
          <p:nvPr/>
        </p:nvSpPr>
        <p:spPr>
          <a:xfrm>
            <a:off x="7516368" y="2889504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Logout link</a:t>
            </a:r>
            <a:endParaRPr lang="en-US" sz="800" dirty="0"/>
          </a:p>
        </p:txBody>
      </p:sp>
      <p:sp>
        <p:nvSpPr>
          <p:cNvPr id="149" name="Shape 142"/>
          <p:cNvSpPr/>
          <p:nvPr/>
        </p:nvSpPr>
        <p:spPr>
          <a:xfrm>
            <a:off x="7315200" y="3227832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0" name="Text 143"/>
          <p:cNvSpPr/>
          <p:nvPr/>
        </p:nvSpPr>
        <p:spPr>
          <a:xfrm>
            <a:off x="7315200" y="32278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50" dirty="0"/>
          </a:p>
        </p:txBody>
      </p:sp>
      <p:sp>
        <p:nvSpPr>
          <p:cNvPr id="151" name="Text 144"/>
          <p:cNvSpPr/>
          <p:nvPr/>
        </p:nvSpPr>
        <p:spPr>
          <a:xfrm>
            <a:off x="7516368" y="3200400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Logout page title</a:t>
            </a:r>
            <a:endParaRPr lang="en-US" sz="800" dirty="0"/>
          </a:p>
        </p:txBody>
      </p:sp>
      <p:sp>
        <p:nvSpPr>
          <p:cNvPr id="152" name="Shape 145"/>
          <p:cNvSpPr/>
          <p:nvPr/>
        </p:nvSpPr>
        <p:spPr>
          <a:xfrm>
            <a:off x="7315200" y="3538728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3" name="Text 146"/>
          <p:cNvSpPr/>
          <p:nvPr/>
        </p:nvSpPr>
        <p:spPr>
          <a:xfrm>
            <a:off x="7315200" y="35387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50" dirty="0"/>
          </a:p>
        </p:txBody>
      </p:sp>
      <p:sp>
        <p:nvSpPr>
          <p:cNvPr id="154" name="Text 147"/>
          <p:cNvSpPr/>
          <p:nvPr/>
        </p:nvSpPr>
        <p:spPr>
          <a:xfrm>
            <a:off x="7516368" y="3511296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URL has route=logout</a:t>
            </a:r>
            <a:endParaRPr lang="en-US" sz="800" dirty="0"/>
          </a:p>
        </p:txBody>
      </p:sp>
      <p:sp>
        <p:nvSpPr>
          <p:cNvPr id="155" name="Shape 148"/>
          <p:cNvSpPr/>
          <p:nvPr/>
        </p:nvSpPr>
        <p:spPr>
          <a:xfrm>
            <a:off x="7315200" y="3849624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6" name="Text 149"/>
          <p:cNvSpPr/>
          <p:nvPr/>
        </p:nvSpPr>
        <p:spPr>
          <a:xfrm>
            <a:off x="7315200" y="38496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50" dirty="0"/>
          </a:p>
        </p:txBody>
      </p:sp>
      <p:sp>
        <p:nvSpPr>
          <p:cNvPr id="157" name="Text 150"/>
          <p:cNvSpPr/>
          <p:nvPr/>
        </p:nvSpPr>
        <p:spPr>
          <a:xfrm>
            <a:off x="7516368" y="382219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fully terminated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Team Presentation Assignments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 Team: 3 members · each explains their assigned module to the trainer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1: Robot Framework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Robot Framework Team  —  Who Presents What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243584"/>
            <a:ext cx="2779776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243584"/>
            <a:ext cx="2779776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1353312"/>
            <a:ext cx="658368" cy="6583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1353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Abhiramakrishna</a:t>
            </a: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24688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59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User Registration &amp; Login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2587752"/>
            <a:ext cx="246888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688336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6517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tc01_register_login.robot test suite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3035808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29992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Register page automation steps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6928" y="3383280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346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dynamic email generation using email_generator.robot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6928" y="3730752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69417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CSV data from register_data.csv (3 user rows)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66928" y="4078224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041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Login keyword flow after registration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6928" y="4425696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389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report.html → pass results for TC01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91840" y="1243584"/>
            <a:ext cx="2779776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0" y="1243584"/>
            <a:ext cx="2779776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50208" y="1353312"/>
            <a:ext cx="658368" cy="6583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50208" y="1353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429000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Thanmayi </a:t>
            </a:r>
            <a:r>
              <a:rPr lang="en-US" sz="12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Gollavilli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29000" y="2359152"/>
            <a:ext cx="24688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2359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Product Search &amp; Product Details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429000" y="2587752"/>
            <a:ext cx="246888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93008" y="2688336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75888" y="26517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tc02_search_product.robot test suite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3035808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75888" y="29992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search box automation &amp; product selection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493008" y="3383280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75888" y="3346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search_data.csv driving 3 different product searches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730752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75888" y="369417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locators.robot — how search &amp; product locators are defined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493008" y="4078224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75888" y="4041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keyword: Search Product, Verify Product Page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4425696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75888" y="4389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log.html → step-by-step search execution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17920" y="1243584"/>
            <a:ext cx="2779776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17920" y="1243584"/>
            <a:ext cx="2779776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76288" y="1353312"/>
            <a:ext cx="658368" cy="658368"/>
          </a:xfrm>
          <a:prstGeom prst="ellipse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76288" y="1353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355080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Mohan Rupesh 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55080" y="2359152"/>
            <a:ext cx="2468880" cy="201168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2359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Add to Cart · Update Cart · Remove · Logout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355080" y="2587752"/>
            <a:ext cx="246888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19088" y="2688336"/>
            <a:ext cx="118872" cy="118872"/>
          </a:xfrm>
          <a:prstGeom prst="ellipse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01968" y="26517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 to Cart — add_to_cart.robot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419088" y="3035808"/>
            <a:ext cx="118872" cy="118872"/>
          </a:xfrm>
          <a:prstGeom prst="ellipse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01968" y="29992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TC04: Cart Update &amp; Remove — cart_update_remove.robot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419088" y="3383280"/>
            <a:ext cx="118872" cy="118872"/>
          </a:xfrm>
          <a:prstGeom prst="ellipse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01968" y="3346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TC05: Session Logout — tc05_logout.robot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419088" y="3730752"/>
            <a:ext cx="118872" cy="118872"/>
          </a:xfrm>
          <a:prstGeom prst="ellipse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01968" y="369417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Defensive keyword: Run Keyword And Return Status for out-of-stock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419088" y="4078224"/>
            <a:ext cx="118872" cy="118872"/>
          </a:xfrm>
          <a:prstGeom prst="ellipse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01968" y="4041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tc0_endtoend_flow.robot — the full E2E suite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419088" y="4425696"/>
            <a:ext cx="118872" cy="118872"/>
          </a:xfrm>
          <a:prstGeom prst="ellipse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01968" y="4389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combined report.html — all 5 suites passing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Keywords, Resources &amp; Automation Concepts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common.robot · locators.robot · keyword-driven design · 6 key automation practices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1: Robot Framework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2633472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04672"/>
            <a:ext cx="2633472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8778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common.robot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152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lifecycle — imported by all suites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353312"/>
            <a:ext cx="237744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444752"/>
            <a:ext cx="2395728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444752"/>
            <a:ext cx="45720" cy="9692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14904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Site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1508760"/>
            <a:ext cx="685800" cy="18288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15087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Setup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58368" y="184708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browser, navigates to BASE_URL, maximizes window, sets 10s implicit timeout. Runs once before all tests.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2523744"/>
            <a:ext cx="2395728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2523744"/>
            <a:ext cx="45720" cy="9692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5694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 Site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03120" y="2587752"/>
            <a:ext cx="685800" cy="18288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258775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Teardown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58368" y="292608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browser cleanly after all tests complete. Ensures no zombie browser windows remain open.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3602736"/>
            <a:ext cx="2395728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602736"/>
            <a:ext cx="45720" cy="96926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6484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 Screenshot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Failure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03120" y="3666744"/>
            <a:ext cx="685800" cy="18288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366674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Teardown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58368" y="400507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every test. Captures a timestamped PNG at the exact moment of failure and attaches to log.html.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54680" y="804672"/>
            <a:ext cx="2633472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54680" y="804672"/>
            <a:ext cx="2633472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8778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locators.robot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1152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element locators in one file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91840" y="1353312"/>
            <a:ext cx="237744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1444752"/>
            <a:ext cx="23957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91840" y="1444752"/>
            <a:ext cx="457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8144" y="14904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078224" y="149047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password, phone, confirm password fields — unique HTML id attributes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38144" y="174650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id=input-email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91840" y="2267712"/>
            <a:ext cx="23957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91840" y="2267712"/>
            <a:ext cx="45720" cy="71323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38144" y="23134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078224" y="231343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box on home page — using name attribute value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438144" y="256946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name=search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91840" y="3090672"/>
            <a:ext cx="23957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91840" y="3090672"/>
            <a:ext cx="4572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38144" y="313639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xpath=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078224" y="31363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links, page headings, labels — flexible path expressions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438144" y="339242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xpath=//a[@href*='login']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291840" y="3913632"/>
            <a:ext cx="239572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291840" y="3913632"/>
            <a:ext cx="45720" cy="71323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38144" y="39593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css=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078224" y="395935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buttons via CSS class selectors — short and reliable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438144" y="421538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B6C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css=input.btn-primary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291840" y="4736592"/>
            <a:ext cx="2395728" cy="18288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37560" y="47365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Change only locators.robot when the site updates — tests stay intact.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943600" y="804672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943600" y="804672"/>
            <a:ext cx="283464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80760" y="877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Key Automation Concepts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080760" y="1161288"/>
            <a:ext cx="256032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80760" y="126187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080760" y="1261872"/>
            <a:ext cx="4572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6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316736"/>
            <a:ext cx="256032" cy="256032"/>
          </a:xfrm>
          <a:prstGeom prst="rect">
            <a:avLst/>
          </a:prstGeom>
        </p:spPr>
      </p:pic>
      <p:sp>
        <p:nvSpPr>
          <p:cNvPr id="65" name="Text 62"/>
          <p:cNvSpPr/>
          <p:nvPr/>
        </p:nvSpPr>
        <p:spPr>
          <a:xfrm>
            <a:off x="6547104" y="1298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</a:t>
            </a:r>
            <a:endParaRPr lang="en-US" sz="950" dirty="0"/>
          </a:p>
        </p:txBody>
      </p:sp>
      <p:sp>
        <p:nvSpPr>
          <p:cNvPr id="66" name="Text 63"/>
          <p:cNvSpPr/>
          <p:nvPr/>
        </p:nvSpPr>
        <p:spPr>
          <a:xfrm>
            <a:off x="6547104" y="14996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 separated from actions — tests never touch Selenium directly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6080760" y="181051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8" name="Shape 65"/>
          <p:cNvSpPr/>
          <p:nvPr/>
        </p:nvSpPr>
        <p:spPr>
          <a:xfrm>
            <a:off x="6080760" y="1810512"/>
            <a:ext cx="45720" cy="475488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pic>
        <p:nvPicPr>
          <p:cNvPr id="6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865376"/>
            <a:ext cx="256032" cy="256032"/>
          </a:xfrm>
          <a:prstGeom prst="rect">
            <a:avLst/>
          </a:prstGeom>
        </p:spPr>
      </p:pic>
      <p:sp>
        <p:nvSpPr>
          <p:cNvPr id="70" name="Text 66"/>
          <p:cNvSpPr/>
          <p:nvPr/>
        </p:nvSpPr>
        <p:spPr>
          <a:xfrm>
            <a:off x="6547104" y="18470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Keyword-Driven</a:t>
            </a:r>
            <a:endParaRPr lang="en-US" sz="950" dirty="0"/>
          </a:p>
        </p:txBody>
      </p:sp>
      <p:sp>
        <p:nvSpPr>
          <p:cNvPr id="71" name="Text 67"/>
          <p:cNvSpPr/>
          <p:nvPr/>
        </p:nvSpPr>
        <p:spPr>
          <a:xfrm>
            <a:off x="6547104" y="20482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steps — Click Element, Input Text, no raw code in tests</a:t>
            </a:r>
            <a:endParaRPr lang="en-US" sz="800" dirty="0"/>
          </a:p>
        </p:txBody>
      </p:sp>
      <p:sp>
        <p:nvSpPr>
          <p:cNvPr id="72" name="Shape 68"/>
          <p:cNvSpPr/>
          <p:nvPr/>
        </p:nvSpPr>
        <p:spPr>
          <a:xfrm>
            <a:off x="6080760" y="235915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3" name="Shape 69"/>
          <p:cNvSpPr/>
          <p:nvPr/>
        </p:nvSpPr>
        <p:spPr>
          <a:xfrm>
            <a:off x="6080760" y="2359152"/>
            <a:ext cx="4572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7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2414016"/>
            <a:ext cx="256032" cy="256032"/>
          </a:xfrm>
          <a:prstGeom prst="rect">
            <a:avLst/>
          </a:prstGeom>
        </p:spPr>
      </p:pic>
      <p:sp>
        <p:nvSpPr>
          <p:cNvPr id="75" name="Text 70"/>
          <p:cNvSpPr/>
          <p:nvPr/>
        </p:nvSpPr>
        <p:spPr>
          <a:xfrm>
            <a:off x="6547104" y="2395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950" dirty="0"/>
          </a:p>
        </p:txBody>
      </p:sp>
      <p:sp>
        <p:nvSpPr>
          <p:cNvPr id="76" name="Text 71"/>
          <p:cNvSpPr/>
          <p:nvPr/>
        </p:nvSpPr>
        <p:spPr>
          <a:xfrm>
            <a:off x="6547104" y="25968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DataDriver + CSV: one template runs for every row automatically</a:t>
            </a:r>
            <a:endParaRPr lang="en-US" sz="800" dirty="0"/>
          </a:p>
        </p:txBody>
      </p:sp>
      <p:sp>
        <p:nvSpPr>
          <p:cNvPr id="77" name="Shape 72"/>
          <p:cNvSpPr/>
          <p:nvPr/>
        </p:nvSpPr>
        <p:spPr>
          <a:xfrm>
            <a:off x="6080760" y="29077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8" name="Shape 73"/>
          <p:cNvSpPr/>
          <p:nvPr/>
        </p:nvSpPr>
        <p:spPr>
          <a:xfrm>
            <a:off x="6080760" y="2907792"/>
            <a:ext cx="45720" cy="475488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pic>
        <p:nvPicPr>
          <p:cNvPr id="7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2962656"/>
            <a:ext cx="256032" cy="256032"/>
          </a:xfrm>
          <a:prstGeom prst="rect">
            <a:avLst/>
          </a:prstGeom>
        </p:spPr>
      </p:pic>
      <p:sp>
        <p:nvSpPr>
          <p:cNvPr id="80" name="Text 74"/>
          <p:cNvSpPr/>
          <p:nvPr/>
        </p:nvSpPr>
        <p:spPr>
          <a:xfrm>
            <a:off x="6547104" y="2944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Waits</a:t>
            </a:r>
            <a:endParaRPr lang="en-US" sz="950" dirty="0"/>
          </a:p>
        </p:txBody>
      </p:sp>
      <p:sp>
        <p:nvSpPr>
          <p:cNvPr id="81" name="Text 75"/>
          <p:cNvSpPr/>
          <p:nvPr/>
        </p:nvSpPr>
        <p:spPr>
          <a:xfrm>
            <a:off x="6547104" y="31455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Until Element Is Visible before every action — handles slow loads</a:t>
            </a:r>
            <a:endParaRPr lang="en-US" sz="800" dirty="0"/>
          </a:p>
        </p:txBody>
      </p:sp>
      <p:sp>
        <p:nvSpPr>
          <p:cNvPr id="82" name="Shape 76"/>
          <p:cNvSpPr/>
          <p:nvPr/>
        </p:nvSpPr>
        <p:spPr>
          <a:xfrm>
            <a:off x="6080760" y="345643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3" name="Shape 77"/>
          <p:cNvSpPr/>
          <p:nvPr/>
        </p:nvSpPr>
        <p:spPr>
          <a:xfrm>
            <a:off x="6080760" y="3456432"/>
            <a:ext cx="4572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8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632" y="3511296"/>
            <a:ext cx="256032" cy="256032"/>
          </a:xfrm>
          <a:prstGeom prst="rect">
            <a:avLst/>
          </a:prstGeom>
        </p:spPr>
      </p:pic>
      <p:sp>
        <p:nvSpPr>
          <p:cNvPr id="85" name="Text 78"/>
          <p:cNvSpPr/>
          <p:nvPr/>
        </p:nvSpPr>
        <p:spPr>
          <a:xfrm>
            <a:off x="6547104" y="34930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Testing</a:t>
            </a:r>
            <a:endParaRPr lang="en-US" sz="950" dirty="0"/>
          </a:p>
        </p:txBody>
      </p:sp>
      <p:sp>
        <p:nvSpPr>
          <p:cNvPr id="86" name="Text 79"/>
          <p:cNvSpPr/>
          <p:nvPr/>
        </p:nvSpPr>
        <p:spPr>
          <a:xfrm>
            <a:off x="6547104" y="36941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Keyword And Return Status handles out-of-stock items gracefully</a:t>
            </a:r>
            <a:endParaRPr lang="en-US" sz="800" dirty="0"/>
          </a:p>
        </p:txBody>
      </p:sp>
      <p:sp>
        <p:nvSpPr>
          <p:cNvPr id="87" name="Shape 80"/>
          <p:cNvSpPr/>
          <p:nvPr/>
        </p:nvSpPr>
        <p:spPr>
          <a:xfrm>
            <a:off x="6080760" y="400507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8" name="Shape 81"/>
          <p:cNvSpPr/>
          <p:nvPr/>
        </p:nvSpPr>
        <p:spPr>
          <a:xfrm>
            <a:off x="6080760" y="4005072"/>
            <a:ext cx="45720" cy="475488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pic>
        <p:nvPicPr>
          <p:cNvPr id="8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4059936"/>
            <a:ext cx="256032" cy="256032"/>
          </a:xfrm>
          <a:prstGeom prst="rect">
            <a:avLst/>
          </a:prstGeom>
        </p:spPr>
      </p:pic>
      <p:sp>
        <p:nvSpPr>
          <p:cNvPr id="90" name="Text 82"/>
          <p:cNvSpPr/>
          <p:nvPr/>
        </p:nvSpPr>
        <p:spPr>
          <a:xfrm>
            <a:off x="6547104" y="40416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on Fail</a:t>
            </a:r>
            <a:endParaRPr lang="en-US" sz="950" dirty="0"/>
          </a:p>
        </p:txBody>
      </p:sp>
      <p:sp>
        <p:nvSpPr>
          <p:cNvPr id="91" name="Text 83"/>
          <p:cNvSpPr/>
          <p:nvPr/>
        </p:nvSpPr>
        <p:spPr>
          <a:xfrm>
            <a:off x="6547104" y="42428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Teardown captures browser screen at exact failure moment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Data-Driven Testing with CSV Files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template · DataDriver reads CSV · runs once per row · multiple results automatically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1: Robot Framework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19019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22960"/>
            <a:ext cx="1901952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5039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Source)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0280" y="100584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99AA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542032" y="822960"/>
            <a:ext cx="19019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822960"/>
            <a:ext cx="1901952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85039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DataDriver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Rows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16552" y="100584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99AA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18304" y="822960"/>
            <a:ext cx="19019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822960"/>
            <a:ext cx="1901952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85039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Per Row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92824" y="100584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99AA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894576" y="822960"/>
            <a:ext cx="190195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94576" y="822960"/>
            <a:ext cx="1901952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85039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Results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1737360"/>
            <a:ext cx="5166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1737360"/>
            <a:ext cx="516636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181051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 register_data.csv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2075688"/>
            <a:ext cx="941832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075688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463040" y="2075688"/>
            <a:ext cx="941832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63040" y="2075688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423160" y="2075688"/>
            <a:ext cx="941832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23160" y="2075688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383280" y="2075688"/>
            <a:ext cx="941832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2075688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43400" y="2075688"/>
            <a:ext cx="941832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3400" y="2075688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2920" y="2331720"/>
            <a:ext cx="941832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33172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463040" y="2331720"/>
            <a:ext cx="941832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63040" y="233172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423160" y="2331720"/>
            <a:ext cx="941832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23160" y="233172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abhi_{rand}@gmail.com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383280" y="2331720"/>
            <a:ext cx="941832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233172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9876543210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43400" y="2331720"/>
            <a:ext cx="941832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43400" y="233172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Test@123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02920" y="2606040"/>
            <a:ext cx="9418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260604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Ranga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463040" y="2606040"/>
            <a:ext cx="9418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63040" y="260604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423160" y="2606040"/>
            <a:ext cx="9418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23160" y="260604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akash_{rand}@test.com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383280" y="2606040"/>
            <a:ext cx="9418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83280" y="260604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9123456789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343400" y="2606040"/>
            <a:ext cx="9418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43400" y="260604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Akash@123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02920" y="2880360"/>
            <a:ext cx="941832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288036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Durga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463040" y="2880360"/>
            <a:ext cx="941832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63040" y="288036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Prasad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423160" y="2880360"/>
            <a:ext cx="941832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23160" y="288036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dp_{rand}@mail.com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383280" y="2880360"/>
            <a:ext cx="941832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83280" y="288036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9988776655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343400" y="2880360"/>
            <a:ext cx="941832" cy="256032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43400" y="2880360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Prasad@123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669280" y="1737360"/>
            <a:ext cx="3108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669280" y="1737360"/>
            <a:ext cx="310896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806440" y="181051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 search_data.csv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806440" y="2075688"/>
            <a:ext cx="2834640" cy="164592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06440" y="207568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LP3065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806440" y="2258568"/>
            <a:ext cx="28346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06440" y="225856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Nikon D300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806440" y="2441448"/>
            <a:ext cx="2834640" cy="164592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06440" y="244144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iMac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669280" y="2697480"/>
            <a:ext cx="3108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5669280" y="2697480"/>
            <a:ext cx="310896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06440" y="277063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 login_data.csv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806440" y="3035808"/>
            <a:ext cx="2834640" cy="164592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06440" y="30358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user1@test.com / Pass1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806440" y="3218688"/>
            <a:ext cx="28346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06440" y="321868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user2@test.com / Pass2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806440" y="3401568"/>
            <a:ext cx="2834640" cy="164592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06440" y="340156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user3@test.com / Pass3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65760" y="3639312"/>
            <a:ext cx="8412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365760" y="3639312"/>
            <a:ext cx="841248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02920" y="37124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Command &amp; Report Output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502920" y="3968496"/>
            <a:ext cx="4041648" cy="658368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0080" y="4005072"/>
            <a:ext cx="3767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78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 -d reports tests/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78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robot tests/tc01_register_login.robot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4681728" y="3968496"/>
            <a:ext cx="4005072" cy="658368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73168" y="400507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report.html — Summary dashboard (pass/fail counts, duration)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4773168" y="420624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log.html — Step-by-step execution with screenshots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4773168" y="440740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output.xml — Machine-readable for CI/CD integration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Robot Framework  |  Tests Passed Screenshot For End to End Users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1: Robot Framework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How to replace:  Open report.html in browser → take a full-page screenshot → paste it here (click placeholder → Format Picture → Fill → Picture)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8412480" cy="3566160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88720"/>
            <a:ext cx="8412480" cy="502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335024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1335024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1335024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1316736"/>
            <a:ext cx="760780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1316736"/>
            <a:ext cx="7534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7589520" y="1261872"/>
            <a:ext cx="109728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261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report.html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1572768"/>
            <a:ext cx="8229600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87952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87952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02920" y="34015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315968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 — Tests Passed (report.html)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4535424"/>
            <a:ext cx="8193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Total tests run · Passed count · Failed count · Duration · Suite-level results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5760" y="4828032"/>
            <a:ext cx="841248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0D8FF02-5564-2C43-696E-53809AEC9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94" y="790956"/>
            <a:ext cx="8456212" cy="350215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872ED9F-CDCB-1384-96C4-6A3413153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790956"/>
            <a:ext cx="8412480" cy="35067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Robot Framework  |  Log Report Screenshot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1: Robot Framework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How to replace:  Open log.html in browser → expand keyword tree → take screenshot → paste here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8412480" cy="3566160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88720"/>
            <a:ext cx="8412480" cy="5029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335024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1335024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1335024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1316736"/>
            <a:ext cx="760780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1316736"/>
            <a:ext cx="7534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7589520" y="1261872"/>
            <a:ext cx="1097280" cy="18288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261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log.html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1572768"/>
            <a:ext cx="8229600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87952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87952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02920" y="34015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315968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 — Log Report (log.html)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4535424"/>
            <a:ext cx="8193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Keyword-level steps · Pass/Fail per step · Timestamps · Embedded screenshots for failures</a:t>
            </a:r>
            <a:endParaRPr lang="en-US" sz="7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D549371-D0A9-769C-D343-2489A361C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51" y="804672"/>
            <a:ext cx="8412480" cy="345643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62D1963-EDE9-8149-104B-0BD9F8BCC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082" y="704088"/>
            <a:ext cx="8730186" cy="424637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A2A85A2-DB8E-B9AD-1032-2D8A45085F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695" y="685800"/>
            <a:ext cx="8771431" cy="39728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3FA3ED-6FFC-828A-D4BB-CEA579F14E97}"/>
              </a:ext>
            </a:extLst>
          </p:cNvPr>
          <p:cNvSpPr/>
          <p:nvPr/>
        </p:nvSpPr>
        <p:spPr>
          <a:xfrm>
            <a:off x="27432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9F2A94-19B7-CD58-74D8-DEE833DC1B92}"/>
              </a:ext>
            </a:extLst>
          </p:cNvPr>
          <p:cNvSpPr txBox="1"/>
          <p:nvPr/>
        </p:nvSpPr>
        <p:spPr>
          <a:xfrm>
            <a:off x="232491" y="158234"/>
            <a:ext cx="4589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TEST CASE -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WebPage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Screenshot</a:t>
            </a: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368106-2940-CB5A-3947-A7BEDAE4B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46" y="742839"/>
            <a:ext cx="8085631" cy="41191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9935F1-7BA5-34B7-80DE-A528BF35E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82" y="685800"/>
            <a:ext cx="8221472" cy="445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69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8EC448-6F48-DDA3-8AAF-177CD2C0723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1BCAB3B-C163-4C61-D54C-F747AB848C0F}"/>
              </a:ext>
            </a:extLst>
          </p:cNvPr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5D6D0FE-57AC-5AC8-1763-1CE629CB50C7}"/>
              </a:ext>
            </a:extLst>
          </p:cNvPr>
          <p:cNvSpPr/>
          <p:nvPr/>
        </p:nvSpPr>
        <p:spPr>
          <a:xfrm>
            <a:off x="201168" y="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Challenges Faced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AD5A404-83B2-7569-C0F9-056D452BF748}"/>
              </a:ext>
            </a:extLst>
          </p:cNvPr>
          <p:cNvSpPr/>
          <p:nvPr/>
        </p:nvSpPr>
        <p:spPr>
          <a:xfrm>
            <a:off x="201168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we encountered and how we solved them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11A0C6F-ABD2-3D63-9DAB-BA3ECE1A89A0}"/>
              </a:ext>
            </a:extLst>
          </p:cNvPr>
          <p:cNvSpPr/>
          <p:nvPr/>
        </p:nvSpPr>
        <p:spPr>
          <a:xfrm>
            <a:off x="6675120" y="91440"/>
            <a:ext cx="2286000" cy="475488"/>
          </a:xfrm>
          <a:prstGeom prst="rect">
            <a:avLst/>
          </a:prstGeom>
          <a:solidFill>
            <a:srgbClr val="2C4F7C"/>
          </a:solidFill>
          <a:ln w="12700">
            <a:solidFill>
              <a:srgbClr val="2C4F7C"/>
            </a:solidFill>
            <a:prstDash val="solid"/>
          </a:ln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D874ED0A-0368-E2F4-9931-724F0691F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155448"/>
            <a:ext cx="274320" cy="27432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39EAEC66-47AA-9198-9515-0C263752A212}"/>
              </a:ext>
            </a:extLst>
          </p:cNvPr>
          <p:cNvSpPr/>
          <p:nvPr/>
        </p:nvSpPr>
        <p:spPr>
          <a:xfrm>
            <a:off x="7059168" y="914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</a:t>
            </a:r>
            <a:endParaRPr lang="en-US" sz="9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E5DAD6B-3FC3-2AD3-AF51-37241928677C}"/>
              </a:ext>
            </a:extLst>
          </p:cNvPr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AD5311E-D1F9-2AED-31B2-52B69F269251}"/>
              </a:ext>
            </a:extLst>
          </p:cNvPr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1: Robot Framework</a:t>
            </a:r>
            <a:endParaRPr lang="en-US" sz="8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A7E3D62-8C1E-5D76-B165-808F2B6C6F5D}"/>
              </a:ext>
            </a:extLst>
          </p:cNvPr>
          <p:cNvSpPr/>
          <p:nvPr/>
        </p:nvSpPr>
        <p:spPr>
          <a:xfrm>
            <a:off x="274320" y="804672"/>
            <a:ext cx="422452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E5E43DC-66B4-B8B3-395C-942DA25F377F}"/>
              </a:ext>
            </a:extLst>
          </p:cNvPr>
          <p:cNvSpPr/>
          <p:nvPr/>
        </p:nvSpPr>
        <p:spPr>
          <a:xfrm>
            <a:off x="274320" y="804672"/>
            <a:ext cx="4224528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3DF3B61B-FB6B-A400-C05D-083BA4D28A51}"/>
              </a:ext>
            </a:extLst>
          </p:cNvPr>
          <p:cNvSpPr/>
          <p:nvPr/>
        </p:nvSpPr>
        <p:spPr>
          <a:xfrm>
            <a:off x="402336" y="914400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426702B-3D19-D9FB-3CBD-A53B6922E6E3}"/>
              </a:ext>
            </a:extLst>
          </p:cNvPr>
          <p:cNvSpPr/>
          <p:nvPr/>
        </p:nvSpPr>
        <p:spPr>
          <a:xfrm>
            <a:off x="402336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6B789FB-FDD0-66D6-780B-992B440EC6FE}"/>
              </a:ext>
            </a:extLst>
          </p:cNvPr>
          <p:cNvSpPr/>
          <p:nvPr/>
        </p:nvSpPr>
        <p:spPr>
          <a:xfrm>
            <a:off x="868680" y="89611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4FB6317-9B96-8B1E-55B7-210933175D37}"/>
              </a:ext>
            </a:extLst>
          </p:cNvPr>
          <p:cNvSpPr/>
          <p:nvPr/>
        </p:nvSpPr>
        <p:spPr>
          <a:xfrm>
            <a:off x="1234440" y="896112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Email — Duplicate Registration Error</a:t>
            </a:r>
            <a:endParaRPr lang="en-US" sz="105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4579A6C6-1D04-4AE5-DD9E-E1F4E0FFFC7F}"/>
              </a:ext>
            </a:extLst>
          </p:cNvPr>
          <p:cNvSpPr/>
          <p:nvPr/>
        </p:nvSpPr>
        <p:spPr>
          <a:xfrm>
            <a:off x="402336" y="1353312"/>
            <a:ext cx="3968496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7DC72BBD-874A-547C-7B45-24A1464398A7}"/>
              </a:ext>
            </a:extLst>
          </p:cNvPr>
          <p:cNvSpPr/>
          <p:nvPr/>
        </p:nvSpPr>
        <p:spPr>
          <a:xfrm>
            <a:off x="402336" y="1444752"/>
            <a:ext cx="74980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A046E7A0-947B-E50B-1365-19FDFB6FC123}"/>
              </a:ext>
            </a:extLst>
          </p:cNvPr>
          <p:cNvSpPr/>
          <p:nvPr/>
        </p:nvSpPr>
        <p:spPr>
          <a:xfrm>
            <a:off x="402336" y="144475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</a:t>
            </a:r>
            <a:endParaRPr lang="en-US" sz="8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6CB020A-CD74-C524-7448-C41A8EBEAEC4}"/>
              </a:ext>
            </a:extLst>
          </p:cNvPr>
          <p:cNvSpPr/>
          <p:nvPr/>
        </p:nvSpPr>
        <p:spPr>
          <a:xfrm>
            <a:off x="402336" y="1682496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same test multiple times caused 'Email already registered' errors because we used a fixed email in the CSV.</a:t>
            </a:r>
            <a:endParaRPr lang="en-US" sz="9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C7F746DB-E57D-96C2-C364-C6C044BD3D56}"/>
              </a:ext>
            </a:extLst>
          </p:cNvPr>
          <p:cNvSpPr/>
          <p:nvPr/>
        </p:nvSpPr>
        <p:spPr>
          <a:xfrm>
            <a:off x="402336" y="2194560"/>
            <a:ext cx="749808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31B767D-671A-8A38-11B0-BC030D3EF2FD}"/>
              </a:ext>
            </a:extLst>
          </p:cNvPr>
          <p:cNvSpPr/>
          <p:nvPr/>
        </p:nvSpPr>
        <p:spPr>
          <a:xfrm>
            <a:off x="402336" y="21945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Solution</a:t>
            </a:r>
            <a:endParaRPr lang="en-US" sz="8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93077AE-44A0-BDDA-A717-091FC627EB9A}"/>
              </a:ext>
            </a:extLst>
          </p:cNvPr>
          <p:cNvSpPr/>
          <p:nvPr/>
        </p:nvSpPr>
        <p:spPr>
          <a:xfrm>
            <a:off x="402336" y="243230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email_generator.robot keyword that generates a unique email each run using a timestamp — e.g. user_20260222_143022@test.com</a:t>
            </a:r>
            <a:endParaRPr lang="en-US" sz="85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5BD8366E-E460-4E95-98B8-BFD2BAAFE25D}"/>
              </a:ext>
            </a:extLst>
          </p:cNvPr>
          <p:cNvSpPr/>
          <p:nvPr/>
        </p:nvSpPr>
        <p:spPr>
          <a:xfrm>
            <a:off x="4736592" y="808736"/>
            <a:ext cx="422452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25258CE1-A9E7-4E94-5240-B592018BDF5F}"/>
              </a:ext>
            </a:extLst>
          </p:cNvPr>
          <p:cNvSpPr/>
          <p:nvPr/>
        </p:nvSpPr>
        <p:spPr>
          <a:xfrm>
            <a:off x="4736592" y="804672"/>
            <a:ext cx="4224528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25B1BDDF-6B1D-3DFC-0913-396025A56303}"/>
              </a:ext>
            </a:extLst>
          </p:cNvPr>
          <p:cNvSpPr/>
          <p:nvPr/>
        </p:nvSpPr>
        <p:spPr>
          <a:xfrm>
            <a:off x="4864608" y="914400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2302FD17-4528-C0E7-733D-EB1C4974C631}"/>
              </a:ext>
            </a:extLst>
          </p:cNvPr>
          <p:cNvSpPr/>
          <p:nvPr/>
        </p:nvSpPr>
        <p:spPr>
          <a:xfrm>
            <a:off x="4864608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02A071C5-82B9-826B-D620-C08B35F2A686}"/>
              </a:ext>
            </a:extLst>
          </p:cNvPr>
          <p:cNvSpPr/>
          <p:nvPr/>
        </p:nvSpPr>
        <p:spPr>
          <a:xfrm>
            <a:off x="5330952" y="89611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🛒</a:t>
            </a:r>
            <a:endParaRPr lang="en-US" sz="16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A9B94E79-391F-7187-BDFA-E7D916CE1AA7}"/>
              </a:ext>
            </a:extLst>
          </p:cNvPr>
          <p:cNvSpPr/>
          <p:nvPr/>
        </p:nvSpPr>
        <p:spPr>
          <a:xfrm>
            <a:off x="5696712" y="896112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Out-of-Stock Product — Add to Cart Fails</a:t>
            </a:r>
            <a:endParaRPr lang="en-US" sz="1050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3ECC32D0-E560-45A9-8BAA-B0BA4E7C5BE1}"/>
              </a:ext>
            </a:extLst>
          </p:cNvPr>
          <p:cNvSpPr/>
          <p:nvPr/>
        </p:nvSpPr>
        <p:spPr>
          <a:xfrm>
            <a:off x="4864608" y="1353312"/>
            <a:ext cx="3968496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471386A2-BEE2-F6E2-82F6-3A163D2D5C2B}"/>
              </a:ext>
            </a:extLst>
          </p:cNvPr>
          <p:cNvSpPr/>
          <p:nvPr/>
        </p:nvSpPr>
        <p:spPr>
          <a:xfrm>
            <a:off x="4864608" y="1444752"/>
            <a:ext cx="74980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1AA78B74-9827-4DBC-3685-639374E145A6}"/>
              </a:ext>
            </a:extLst>
          </p:cNvPr>
          <p:cNvSpPr/>
          <p:nvPr/>
        </p:nvSpPr>
        <p:spPr>
          <a:xfrm>
            <a:off x="4864608" y="144475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</a:t>
            </a:r>
            <a:endParaRPr lang="en-US" sz="80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28B43CAC-8DC5-DE7E-925B-C78006551953}"/>
              </a:ext>
            </a:extLst>
          </p:cNvPr>
          <p:cNvSpPr/>
          <p:nvPr/>
        </p:nvSpPr>
        <p:spPr>
          <a:xfrm>
            <a:off x="4864608" y="1682496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products on the e-commerce site were out of stock, causing Click Element on 'Add to Cart' to throw ElementNotFoundException and fail the test.</a:t>
            </a:r>
            <a:endParaRPr lang="en-US" sz="90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4A0B7596-E26B-5809-14AD-91F205837AC7}"/>
              </a:ext>
            </a:extLst>
          </p:cNvPr>
          <p:cNvSpPr/>
          <p:nvPr/>
        </p:nvSpPr>
        <p:spPr>
          <a:xfrm>
            <a:off x="4864608" y="2194560"/>
            <a:ext cx="749808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86782C5-4BDA-5D7D-ACAA-8EF0886290AF}"/>
              </a:ext>
            </a:extLst>
          </p:cNvPr>
          <p:cNvSpPr/>
          <p:nvPr/>
        </p:nvSpPr>
        <p:spPr>
          <a:xfrm>
            <a:off x="4864608" y="21945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Solution</a:t>
            </a:r>
            <a:endParaRPr lang="en-US" sz="8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6F0B0268-B95F-C8DD-5558-24F1962C7D94}"/>
              </a:ext>
            </a:extLst>
          </p:cNvPr>
          <p:cNvSpPr/>
          <p:nvPr/>
        </p:nvSpPr>
        <p:spPr>
          <a:xfrm>
            <a:off x="4864608" y="243230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'Run Keyword And Return Status' to check if the button exists. If out-of-stock, the test logs a warning and skips cart steps gracefully without failing.</a:t>
            </a:r>
            <a:endParaRPr lang="en-US" sz="850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D1368FA3-2011-0F8D-4266-D3C8AFD5A088}"/>
              </a:ext>
            </a:extLst>
          </p:cNvPr>
          <p:cNvSpPr/>
          <p:nvPr/>
        </p:nvSpPr>
        <p:spPr>
          <a:xfrm>
            <a:off x="274320" y="2889504"/>
            <a:ext cx="422452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45F65874-CF12-A4AF-B2A1-7C6C991AF4EC}"/>
              </a:ext>
            </a:extLst>
          </p:cNvPr>
          <p:cNvSpPr/>
          <p:nvPr/>
        </p:nvSpPr>
        <p:spPr>
          <a:xfrm>
            <a:off x="274320" y="2889504"/>
            <a:ext cx="4224528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882F414D-E270-48CC-1FED-06E6D10CDA6D}"/>
              </a:ext>
            </a:extLst>
          </p:cNvPr>
          <p:cNvSpPr/>
          <p:nvPr/>
        </p:nvSpPr>
        <p:spPr>
          <a:xfrm>
            <a:off x="402336" y="2999232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78933D00-778B-D4B6-A813-29C8E6A7D58E}"/>
              </a:ext>
            </a:extLst>
          </p:cNvPr>
          <p:cNvSpPr/>
          <p:nvPr/>
        </p:nvSpPr>
        <p:spPr>
          <a:xfrm>
            <a:off x="402336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875C5CD0-2163-1C04-FF3D-B1F0A3101036}"/>
              </a:ext>
            </a:extLst>
          </p:cNvPr>
          <p:cNvSpPr/>
          <p:nvPr/>
        </p:nvSpPr>
        <p:spPr>
          <a:xfrm>
            <a:off x="868680" y="2980944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06EA9570-124E-B2F7-9DC3-0EDF0A9EB89D}"/>
              </a:ext>
            </a:extLst>
          </p:cNvPr>
          <p:cNvSpPr/>
          <p:nvPr/>
        </p:nvSpPr>
        <p:spPr>
          <a:xfrm>
            <a:off x="1234440" y="2980944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Page Load — Element Not Found Too Early</a:t>
            </a:r>
            <a:endParaRPr lang="en-US" sz="1050" dirty="0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D23EFDA5-41AB-1230-6E66-E6E70AA59031}"/>
              </a:ext>
            </a:extLst>
          </p:cNvPr>
          <p:cNvSpPr/>
          <p:nvPr/>
        </p:nvSpPr>
        <p:spPr>
          <a:xfrm>
            <a:off x="402336" y="3438144"/>
            <a:ext cx="3968496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C1520252-1CE4-060A-29D3-C431338DBC83}"/>
              </a:ext>
            </a:extLst>
          </p:cNvPr>
          <p:cNvSpPr/>
          <p:nvPr/>
        </p:nvSpPr>
        <p:spPr>
          <a:xfrm>
            <a:off x="402336" y="3529584"/>
            <a:ext cx="74980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B5803493-F2A1-638C-022A-486205BE4BE9}"/>
              </a:ext>
            </a:extLst>
          </p:cNvPr>
          <p:cNvSpPr/>
          <p:nvPr/>
        </p:nvSpPr>
        <p:spPr>
          <a:xfrm>
            <a:off x="402336" y="352958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</a:t>
            </a:r>
            <a:endParaRPr lang="en-US" sz="800" dirty="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E7A1C5F1-1571-4886-5322-D57CA393007E}"/>
              </a:ext>
            </a:extLst>
          </p:cNvPr>
          <p:cNvSpPr/>
          <p:nvPr/>
        </p:nvSpPr>
        <p:spPr>
          <a:xfrm>
            <a:off x="402336" y="3767328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were clicking on elements before the page fully loaded, causing intermittent failures especially on the cart and product detail pages.</a:t>
            </a:r>
            <a:endParaRPr lang="en-US" sz="900" dirty="0"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A4592E29-1091-6B7B-9837-2BFA7D461D16}"/>
              </a:ext>
            </a:extLst>
          </p:cNvPr>
          <p:cNvSpPr/>
          <p:nvPr/>
        </p:nvSpPr>
        <p:spPr>
          <a:xfrm>
            <a:off x="402336" y="4279392"/>
            <a:ext cx="749808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641D7320-8E7A-082F-97E1-BCFDCBDB1676}"/>
              </a:ext>
            </a:extLst>
          </p:cNvPr>
          <p:cNvSpPr/>
          <p:nvPr/>
        </p:nvSpPr>
        <p:spPr>
          <a:xfrm>
            <a:off x="402336" y="4279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Solution</a:t>
            </a:r>
            <a:endParaRPr lang="en-US" sz="800" dirty="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38C8A291-DD1E-1287-66D2-28B8505C2DCD}"/>
              </a:ext>
            </a:extLst>
          </p:cNvPr>
          <p:cNvSpPr/>
          <p:nvPr/>
        </p:nvSpPr>
        <p:spPr>
          <a:xfrm>
            <a:off x="402336" y="451713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all Sleep keywords with 'Wait Until Element Is Visible' with a 15-second timeout — tests now wait exactly as long as needed, no more, no less.</a:t>
            </a:r>
            <a:endParaRPr lang="en-US" sz="850" dirty="0"/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8DD57BD1-2A88-CD72-8AA0-EF48B8051C3C}"/>
              </a:ext>
            </a:extLst>
          </p:cNvPr>
          <p:cNvSpPr/>
          <p:nvPr/>
        </p:nvSpPr>
        <p:spPr>
          <a:xfrm>
            <a:off x="4736592" y="2889504"/>
            <a:ext cx="422452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21161336-206B-78E9-269C-B7FF0F695A5C}"/>
              </a:ext>
            </a:extLst>
          </p:cNvPr>
          <p:cNvSpPr/>
          <p:nvPr/>
        </p:nvSpPr>
        <p:spPr>
          <a:xfrm>
            <a:off x="4736592" y="2889504"/>
            <a:ext cx="4224528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86320D72-B72D-457B-4994-7AD929C600F9}"/>
              </a:ext>
            </a:extLst>
          </p:cNvPr>
          <p:cNvSpPr/>
          <p:nvPr/>
        </p:nvSpPr>
        <p:spPr>
          <a:xfrm>
            <a:off x="4864608" y="2999232"/>
            <a:ext cx="384048" cy="384048"/>
          </a:xfrm>
          <a:prstGeom prst="ellipse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CC381802-2A84-26B0-9015-A3BF0381AB66}"/>
              </a:ext>
            </a:extLst>
          </p:cNvPr>
          <p:cNvSpPr/>
          <p:nvPr/>
        </p:nvSpPr>
        <p:spPr>
          <a:xfrm>
            <a:off x="4864608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26367D9B-A993-BC54-6776-B6D9AA50EA33}"/>
              </a:ext>
            </a:extLst>
          </p:cNvPr>
          <p:cNvSpPr/>
          <p:nvPr/>
        </p:nvSpPr>
        <p:spPr>
          <a:xfrm>
            <a:off x="5330952" y="2980944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39B0A881-08B4-FEED-DA97-0F8C3FE9B96E}"/>
              </a:ext>
            </a:extLst>
          </p:cNvPr>
          <p:cNvSpPr/>
          <p:nvPr/>
        </p:nvSpPr>
        <p:spPr>
          <a:xfrm>
            <a:off x="5696712" y="2980944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 Breakage — Element IDs Changed</a:t>
            </a:r>
            <a:endParaRPr lang="en-US" sz="1050" dirty="0"/>
          </a:p>
        </p:txBody>
      </p:sp>
      <p:sp>
        <p:nvSpPr>
          <p:cNvPr id="56" name="Shape 53">
            <a:extLst>
              <a:ext uri="{FF2B5EF4-FFF2-40B4-BE49-F238E27FC236}">
                <a16:creationId xmlns:a16="http://schemas.microsoft.com/office/drawing/2014/main" id="{838185C9-CAD3-F276-DD3B-2EF4E765A1C8}"/>
              </a:ext>
            </a:extLst>
          </p:cNvPr>
          <p:cNvSpPr/>
          <p:nvPr/>
        </p:nvSpPr>
        <p:spPr>
          <a:xfrm>
            <a:off x="4864608" y="3438144"/>
            <a:ext cx="3968496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CD137672-C4D5-C064-72CC-252AAEC7E15D}"/>
              </a:ext>
            </a:extLst>
          </p:cNvPr>
          <p:cNvSpPr/>
          <p:nvPr/>
        </p:nvSpPr>
        <p:spPr>
          <a:xfrm>
            <a:off x="4864608" y="3529584"/>
            <a:ext cx="74980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40453308-D017-0F27-42BE-43ABC9E5EB2B}"/>
              </a:ext>
            </a:extLst>
          </p:cNvPr>
          <p:cNvSpPr/>
          <p:nvPr/>
        </p:nvSpPr>
        <p:spPr>
          <a:xfrm>
            <a:off x="4864608" y="352958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</a:t>
            </a:r>
            <a:endParaRPr lang="en-US" sz="800" dirty="0"/>
          </a:p>
        </p:txBody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B19EE4BE-EC98-EC4B-8092-4980E781CB88}"/>
              </a:ext>
            </a:extLst>
          </p:cNvPr>
          <p:cNvSpPr/>
          <p:nvPr/>
        </p:nvSpPr>
        <p:spPr>
          <a:xfrm>
            <a:off x="4864608" y="3767328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development, web element IDs on the registration form changed, breaking 3 test suites at once.</a:t>
            </a:r>
            <a:endParaRPr lang="en-US" sz="900" dirty="0"/>
          </a:p>
        </p:txBody>
      </p:sp>
      <p:sp>
        <p:nvSpPr>
          <p:cNvPr id="60" name="Shape 57">
            <a:extLst>
              <a:ext uri="{FF2B5EF4-FFF2-40B4-BE49-F238E27FC236}">
                <a16:creationId xmlns:a16="http://schemas.microsoft.com/office/drawing/2014/main" id="{90550993-596F-23EA-9382-A5BCE30AA6AD}"/>
              </a:ext>
            </a:extLst>
          </p:cNvPr>
          <p:cNvSpPr/>
          <p:nvPr/>
        </p:nvSpPr>
        <p:spPr>
          <a:xfrm>
            <a:off x="4864608" y="4279392"/>
            <a:ext cx="749808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61" name="Text 58">
            <a:extLst>
              <a:ext uri="{FF2B5EF4-FFF2-40B4-BE49-F238E27FC236}">
                <a16:creationId xmlns:a16="http://schemas.microsoft.com/office/drawing/2014/main" id="{B85C048A-4047-601D-433F-EB6365F320E4}"/>
              </a:ext>
            </a:extLst>
          </p:cNvPr>
          <p:cNvSpPr/>
          <p:nvPr/>
        </p:nvSpPr>
        <p:spPr>
          <a:xfrm>
            <a:off x="4864608" y="4279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Solution</a:t>
            </a:r>
            <a:endParaRPr lang="en-US" sz="800" dirty="0"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6F8B55C9-0E17-58AD-714E-4C5D242EAF02}"/>
              </a:ext>
            </a:extLst>
          </p:cNvPr>
          <p:cNvSpPr/>
          <p:nvPr/>
        </p:nvSpPr>
        <p:spPr>
          <a:xfrm>
            <a:off x="4864608" y="451713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all locators were centralized in locators.robot (POM principle), we fixed all 3 suites by updating just ONE file — demonstrating the real value of POM design.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867557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907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UI Automation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3547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 +  Pytest  +  Page Object Model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Project Objective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purpose, scope, and goals of the Pytest + Selenium automation project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2: Pytest + Selenium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5029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04672"/>
            <a:ext cx="502920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896112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0058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15568" y="89611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1408176"/>
            <a:ext cx="475488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1481328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professional Page Object Model (POM) based UI automation framework using Selenium WebDriver with Pytest. It automates the same five E-Commerce end-to-end scenarios using a Python-class-driven approach with parametrized test data, a shared conftest.py driver fixture, automatic HTML reporting, and screenshot capture on every test failure.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2377440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2377440"/>
            <a:ext cx="457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32304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87552" y="2423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322576" y="2450592"/>
            <a:ext cx="27432" cy="29260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414016" y="24140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5 real-world E2E UI scenarios using Pytest with POM — modular, reusable, and CI-ready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02920" y="2871216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02920" y="2871216"/>
            <a:ext cx="45720" cy="43891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26080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87552" y="29169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2322576" y="2944368"/>
            <a:ext cx="27432" cy="29260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414016" y="2907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with 6 page classes (BasePage + 5 feature pages) — all locators and actions encapsulated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502920" y="3364992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02920" y="3364992"/>
            <a:ext cx="457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419856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87552" y="34107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2322576" y="3438144"/>
            <a:ext cx="27432" cy="29260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414016" y="3401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@pytest.mark.parametrize + test_data.csv: 6 functions × 6 rows = 36 total test executions per run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502920" y="3858768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02920" y="3858768"/>
            <a:ext cx="45720" cy="43891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913632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87552" y="39044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Goals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2322576" y="3931920"/>
            <a:ext cx="27432" cy="29260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2414016" y="3895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assertions per test, step() logging, screenshot embedded in HTML report on failure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502920" y="4352544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502920" y="4352544"/>
            <a:ext cx="457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407408"/>
            <a:ext cx="237744" cy="23774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87552" y="43982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2322576" y="4425696"/>
            <a:ext cx="27432" cy="29260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2414016" y="4389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report_HH-MM-SS.html + screenshots/ folder + Git repo with proper documentation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5577840" y="804672"/>
            <a:ext cx="3200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5577840" y="804672"/>
            <a:ext cx="32004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5715000" y="8778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Facts</a:t>
            </a:r>
            <a:endParaRPr lang="en-US" sz="1300" dirty="0"/>
          </a:p>
        </p:txBody>
      </p:sp>
      <p:sp>
        <p:nvSpPr>
          <p:cNvPr id="48" name="Shape 40"/>
          <p:cNvSpPr/>
          <p:nvPr/>
        </p:nvSpPr>
        <p:spPr>
          <a:xfrm>
            <a:off x="5715000" y="1161288"/>
            <a:ext cx="292608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5715000" y="1261872"/>
            <a:ext cx="2926080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5806440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Under Test</a:t>
            </a:r>
            <a:endParaRPr lang="en-US" sz="850" dirty="0"/>
          </a:p>
        </p:txBody>
      </p:sp>
      <p:sp>
        <p:nvSpPr>
          <p:cNvPr id="51" name="Text 43"/>
          <p:cNvSpPr/>
          <p:nvPr/>
        </p:nvSpPr>
        <p:spPr>
          <a:xfrm>
            <a:off x="5806440" y="14630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Playground (LambdaTest)</a:t>
            </a:r>
            <a:endParaRPr lang="en-US" sz="850" dirty="0"/>
          </a:p>
        </p:txBody>
      </p:sp>
      <p:sp>
        <p:nvSpPr>
          <p:cNvPr id="52" name="Shape 44"/>
          <p:cNvSpPr/>
          <p:nvPr/>
        </p:nvSpPr>
        <p:spPr>
          <a:xfrm>
            <a:off x="5715000" y="1700784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5806440" y="17190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Framework</a:t>
            </a:r>
            <a:endParaRPr lang="en-US" sz="850" dirty="0"/>
          </a:p>
        </p:txBody>
      </p:sp>
      <p:sp>
        <p:nvSpPr>
          <p:cNvPr id="54" name="Text 46"/>
          <p:cNvSpPr/>
          <p:nvPr/>
        </p:nvSpPr>
        <p:spPr>
          <a:xfrm>
            <a:off x="5806440" y="19019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7.x + pytest-html plugin</a:t>
            </a:r>
            <a:endParaRPr lang="en-US" sz="850" dirty="0"/>
          </a:p>
        </p:txBody>
      </p:sp>
      <p:sp>
        <p:nvSpPr>
          <p:cNvPr id="55" name="Shape 47"/>
          <p:cNvSpPr/>
          <p:nvPr/>
        </p:nvSpPr>
        <p:spPr>
          <a:xfrm>
            <a:off x="5715000" y="2139696"/>
            <a:ext cx="2926080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5806440" y="21579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</a:t>
            </a:r>
            <a:endParaRPr lang="en-US" sz="850" dirty="0"/>
          </a:p>
        </p:txBody>
      </p:sp>
      <p:sp>
        <p:nvSpPr>
          <p:cNvPr id="57" name="Text 49"/>
          <p:cNvSpPr/>
          <p:nvPr/>
        </p:nvSpPr>
        <p:spPr>
          <a:xfrm>
            <a:off x="5806440" y="23408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 (Chrome/Firefox/Edge)</a:t>
            </a:r>
            <a:endParaRPr lang="en-US" sz="850" dirty="0"/>
          </a:p>
        </p:txBody>
      </p:sp>
      <p:sp>
        <p:nvSpPr>
          <p:cNvPr id="58" name="Shape 50"/>
          <p:cNvSpPr/>
          <p:nvPr/>
        </p:nvSpPr>
        <p:spPr>
          <a:xfrm>
            <a:off x="5715000" y="2578608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5806440" y="25968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</a:t>
            </a:r>
            <a:endParaRPr lang="en-US" sz="850" dirty="0"/>
          </a:p>
        </p:txBody>
      </p:sp>
      <p:sp>
        <p:nvSpPr>
          <p:cNvPr id="60" name="Text 52"/>
          <p:cNvSpPr/>
          <p:nvPr/>
        </p:nvSpPr>
        <p:spPr>
          <a:xfrm>
            <a:off x="5806440" y="27797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850" dirty="0"/>
          </a:p>
        </p:txBody>
      </p:sp>
      <p:sp>
        <p:nvSpPr>
          <p:cNvPr id="61" name="Shape 53"/>
          <p:cNvSpPr/>
          <p:nvPr/>
        </p:nvSpPr>
        <p:spPr>
          <a:xfrm>
            <a:off x="5715000" y="3017520"/>
            <a:ext cx="2926080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5806440" y="30358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850" dirty="0"/>
          </a:p>
        </p:txBody>
      </p:sp>
      <p:sp>
        <p:nvSpPr>
          <p:cNvPr id="63" name="Text 55"/>
          <p:cNvSpPr/>
          <p:nvPr/>
        </p:nvSpPr>
        <p:spPr>
          <a:xfrm>
            <a:off x="5806440" y="32186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config.ini (browser, URL, wait=15s)</a:t>
            </a:r>
            <a:endParaRPr lang="en-US" sz="850" dirty="0"/>
          </a:p>
        </p:txBody>
      </p:sp>
      <p:sp>
        <p:nvSpPr>
          <p:cNvPr id="64" name="Shape 56"/>
          <p:cNvSpPr/>
          <p:nvPr/>
        </p:nvSpPr>
        <p:spPr>
          <a:xfrm>
            <a:off x="5715000" y="3456432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5" name="Text 57"/>
          <p:cNvSpPr/>
          <p:nvPr/>
        </p:nvSpPr>
        <p:spPr>
          <a:xfrm>
            <a:off x="5806440" y="3474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</a:t>
            </a:r>
            <a:endParaRPr lang="en-US" sz="850" dirty="0"/>
          </a:p>
        </p:txBody>
      </p:sp>
      <p:sp>
        <p:nvSpPr>
          <p:cNvPr id="66" name="Text 58"/>
          <p:cNvSpPr/>
          <p:nvPr/>
        </p:nvSpPr>
        <p:spPr>
          <a:xfrm>
            <a:off x="5806440" y="36576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test_data.csv — 6 user rows</a:t>
            </a:r>
            <a:endParaRPr lang="en-US" sz="850" dirty="0"/>
          </a:p>
        </p:txBody>
      </p:sp>
      <p:sp>
        <p:nvSpPr>
          <p:cNvPr id="67" name="Shape 59"/>
          <p:cNvSpPr/>
          <p:nvPr/>
        </p:nvSpPr>
        <p:spPr>
          <a:xfrm>
            <a:off x="5715000" y="3895344"/>
            <a:ext cx="2926080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8" name="Text 60"/>
          <p:cNvSpPr/>
          <p:nvPr/>
        </p:nvSpPr>
        <p:spPr>
          <a:xfrm>
            <a:off x="5806440" y="3913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Command</a:t>
            </a:r>
            <a:endParaRPr lang="en-US" sz="850" dirty="0"/>
          </a:p>
        </p:txBody>
      </p:sp>
      <p:sp>
        <p:nvSpPr>
          <p:cNvPr id="69" name="Text 61"/>
          <p:cNvSpPr/>
          <p:nvPr/>
        </p:nvSpPr>
        <p:spPr>
          <a:xfrm>
            <a:off x="5806440" y="40965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-v --html=reports/report.html</a:t>
            </a:r>
            <a:endParaRPr lang="en-US" sz="850" dirty="0"/>
          </a:p>
        </p:txBody>
      </p:sp>
      <p:sp>
        <p:nvSpPr>
          <p:cNvPr id="70" name="Shape 62"/>
          <p:cNvSpPr/>
          <p:nvPr/>
        </p:nvSpPr>
        <p:spPr>
          <a:xfrm>
            <a:off x="5715000" y="4334256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1" name="Text 63"/>
          <p:cNvSpPr/>
          <p:nvPr/>
        </p:nvSpPr>
        <p:spPr>
          <a:xfrm>
            <a:off x="5806440" y="43525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on Fail</a:t>
            </a:r>
            <a:endParaRPr lang="en-US" sz="850" dirty="0"/>
          </a:p>
        </p:txBody>
      </p:sp>
      <p:sp>
        <p:nvSpPr>
          <p:cNvPr id="72" name="Text 64"/>
          <p:cNvSpPr/>
          <p:nvPr/>
        </p:nvSpPr>
        <p:spPr>
          <a:xfrm>
            <a:off x="5806440" y="45354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Auto-embedded in HTML report via hook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Overview &amp; Technology Stack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POM-based, parametrized, CI-ready Pytest automation with custom HTML reporting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2: Pytest + Selenium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1920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22960"/>
            <a:ext cx="192024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89611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859536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475488" y="140817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Functions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(test_01–test_06)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487168" y="822960"/>
            <a:ext cx="1920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87168" y="822960"/>
            <a:ext cx="192024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89611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017520" y="859536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7" name="Text 13"/>
          <p:cNvSpPr/>
          <p:nvPr/>
        </p:nvSpPr>
        <p:spPr>
          <a:xfrm>
            <a:off x="2596896" y="140817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Page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08576" y="822960"/>
            <a:ext cx="1920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08576" y="822960"/>
            <a:ext cx="192024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89611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38928" y="859536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22" name="Text 17"/>
          <p:cNvSpPr/>
          <p:nvPr/>
        </p:nvSpPr>
        <p:spPr>
          <a:xfrm>
            <a:off x="4718304" y="140817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(Users)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729984" y="822960"/>
            <a:ext cx="1920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29984" y="822960"/>
            <a:ext cx="192024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89611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60336" y="859536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7" name="Text 21"/>
          <p:cNvSpPr/>
          <p:nvPr/>
        </p:nvSpPr>
        <p:spPr>
          <a:xfrm>
            <a:off x="6839712" y="140817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65760" y="2048256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65760" y="2048256"/>
            <a:ext cx="457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02920" y="2103120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2203704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42416" y="210312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1042416" y="232257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2889504" y="2139696"/>
            <a:ext cx="27432" cy="34747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3017520" y="2121408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 objects, fixtures, hooks, and test logic written in clean Python following PEP8 standards.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365760" y="2615184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365760" y="2615184"/>
            <a:ext cx="45720" cy="51206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502920" y="2670048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2770632"/>
            <a:ext cx="219456" cy="21945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042416" y="2670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WebDriver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1042416" y="288950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 Engine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2889504" y="2706624"/>
            <a:ext cx="27432" cy="34747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3017520" y="2688336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Chrome/Firefox/Edge — interacts with the browser exactly like a real end user would.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365760" y="3182112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365760" y="3182112"/>
            <a:ext cx="457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502920" y="3236976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337560"/>
            <a:ext cx="219456" cy="219456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1042416" y="32369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150" dirty="0"/>
          </a:p>
        </p:txBody>
      </p:sp>
      <p:sp>
        <p:nvSpPr>
          <p:cNvPr id="49" name="Text 40"/>
          <p:cNvSpPr/>
          <p:nvPr/>
        </p:nvSpPr>
        <p:spPr>
          <a:xfrm>
            <a:off x="1042416" y="34564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Framework &amp; Runner</a:t>
            </a:r>
            <a:endParaRPr lang="en-US" sz="800" dirty="0"/>
          </a:p>
        </p:txBody>
      </p:sp>
      <p:sp>
        <p:nvSpPr>
          <p:cNvPr id="50" name="Shape 41"/>
          <p:cNvSpPr/>
          <p:nvPr/>
        </p:nvSpPr>
        <p:spPr>
          <a:xfrm>
            <a:off x="2889504" y="3273552"/>
            <a:ext cx="27432" cy="34747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3017520" y="3255264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discovery, fixture injection, parametrize decorator, hooks for reporting and screenshot capture.</a:t>
            </a:r>
            <a:endParaRPr lang="en-US" sz="1050" dirty="0"/>
          </a:p>
        </p:txBody>
      </p:sp>
      <p:sp>
        <p:nvSpPr>
          <p:cNvPr id="52" name="Shape 43"/>
          <p:cNvSpPr/>
          <p:nvPr/>
        </p:nvSpPr>
        <p:spPr>
          <a:xfrm>
            <a:off x="365760" y="3749040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44"/>
          <p:cNvSpPr/>
          <p:nvPr/>
        </p:nvSpPr>
        <p:spPr>
          <a:xfrm>
            <a:off x="365760" y="3749040"/>
            <a:ext cx="45720" cy="51206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502920" y="3803904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904488"/>
            <a:ext cx="219456" cy="219456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1042416" y="380390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pytest-html</a:t>
            </a:r>
            <a:endParaRPr lang="en-US" sz="1150" dirty="0"/>
          </a:p>
        </p:txBody>
      </p:sp>
      <p:sp>
        <p:nvSpPr>
          <p:cNvPr id="57" name="Text 47"/>
          <p:cNvSpPr/>
          <p:nvPr/>
        </p:nvSpPr>
        <p:spPr>
          <a:xfrm>
            <a:off x="1042416" y="40233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 Generator</a:t>
            </a:r>
            <a:endParaRPr lang="en-US" sz="800" dirty="0"/>
          </a:p>
        </p:txBody>
      </p:sp>
      <p:sp>
        <p:nvSpPr>
          <p:cNvPr id="58" name="Shape 48"/>
          <p:cNvSpPr/>
          <p:nvPr/>
        </p:nvSpPr>
        <p:spPr>
          <a:xfrm>
            <a:off x="2889504" y="3840480"/>
            <a:ext cx="27432" cy="34747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9" name="Text 49"/>
          <p:cNvSpPr/>
          <p:nvPr/>
        </p:nvSpPr>
        <p:spPr>
          <a:xfrm>
            <a:off x="3017520" y="3822192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timestamped report_HH-MM-SS.html with embedded screenshots, step logs, and pass/fail.</a:t>
            </a:r>
            <a:endParaRPr lang="en-US" sz="1050" dirty="0"/>
          </a:p>
        </p:txBody>
      </p:sp>
      <p:sp>
        <p:nvSpPr>
          <p:cNvPr id="60" name="Shape 50"/>
          <p:cNvSpPr/>
          <p:nvPr/>
        </p:nvSpPr>
        <p:spPr>
          <a:xfrm>
            <a:off x="365760" y="4315968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1"/>
          <p:cNvSpPr/>
          <p:nvPr/>
        </p:nvSpPr>
        <p:spPr>
          <a:xfrm>
            <a:off x="365760" y="4315968"/>
            <a:ext cx="457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502920" y="4370832"/>
            <a:ext cx="402336" cy="40233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471416"/>
            <a:ext cx="219456" cy="219456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1042416" y="437083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configparser + CSV</a:t>
            </a:r>
            <a:endParaRPr lang="en-US" sz="1150" dirty="0"/>
          </a:p>
        </p:txBody>
      </p:sp>
      <p:sp>
        <p:nvSpPr>
          <p:cNvPr id="65" name="Text 54"/>
          <p:cNvSpPr/>
          <p:nvPr/>
        </p:nvSpPr>
        <p:spPr>
          <a:xfrm>
            <a:off x="1042416" y="45902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Data Management</a:t>
            </a:r>
            <a:endParaRPr lang="en-US" sz="800" dirty="0"/>
          </a:p>
        </p:txBody>
      </p:sp>
      <p:sp>
        <p:nvSpPr>
          <p:cNvPr id="66" name="Shape 55"/>
          <p:cNvSpPr/>
          <p:nvPr/>
        </p:nvSpPr>
        <p:spPr>
          <a:xfrm>
            <a:off x="2889504" y="4407408"/>
            <a:ext cx="27432" cy="34747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7" name="Text 56"/>
          <p:cNvSpPr/>
          <p:nvPr/>
        </p:nvSpPr>
        <p:spPr>
          <a:xfrm>
            <a:off x="3017520" y="4389120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config.ini externalizes browser/URL/wait settings. test_data.csv holds 6 user rows for parametrize.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Folder Structure &amp; conftest.py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 — each folder owns one responsibility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2: Pytest + Selenium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32918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04672"/>
            <a:ext cx="329184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877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pytest-framework/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188720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📂  config/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357884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config.ini  (browser, url, wait=15)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1527048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📂  data/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1696212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test_data.csv  (6 user rows)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1865376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📂  pages/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034540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base_page.py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203704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login_page.py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2372868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search_page.py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2542032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product_page.py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2711196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cart_page.py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880360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account_page.py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049524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📂  tests/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218688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conftest.py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387852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test_ecommerce.py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557016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📂  utilities/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3726180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utils.py  (get_csv_data)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3895344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78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📂  reports/ + screenshots/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4064508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8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report_HH-MM-SS.html  |  *.png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" y="4233672"/>
            <a:ext cx="315468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pytest.ini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840480" y="804672"/>
            <a:ext cx="4937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0" y="804672"/>
            <a:ext cx="493776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8778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conftest.py — Framework Brain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977640" y="1161288"/>
            <a:ext cx="466344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77640" y="1261872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977640" y="1261872"/>
            <a:ext cx="457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129844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 fixture  (scope='class')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0" y="149961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browser from config.ini or --browser CLI. Creates Chrome/Firefox/Edge WebDriver, opens BASE_URL, maximizes. Yields driver to tests. Quits after all tests in class complete.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977640" y="1837944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977640" y="1837944"/>
            <a:ext cx="45720" cy="51206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0" y="187452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step() fixture  (scope='function')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14800" y="207568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 step description string. Logs it to terminal AND appends to pytest-html report so every action is visible in the HTML output file.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977640" y="2414016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977640" y="2414016"/>
            <a:ext cx="457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245059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pytest_runtest_makereport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114800" y="265176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runs after every test. On FAIL or SKIP: saves timestamped PNG to screenshots/ folder, encodes as base64, embeds inline in HTML report automatically.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977640" y="2990088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977640" y="2990088"/>
            <a:ext cx="45720" cy="51206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0" y="3026664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pytest_configure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0" y="322783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reports/ and screenshots/ directories on startup. Generates timestamped filename: report_14-32-55.html so each run preserves its own report.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977640" y="3566160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977640" y="3566160"/>
            <a:ext cx="457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0" y="3602736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pytest_collection_modifyitems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114800" y="3803904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collected tests by parametrize ID then test name. Ensures data0-test01, data0-test02… data1-test01 order so class-scoped driver stays alive per user.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977640" y="4142232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977640" y="4142232"/>
            <a:ext cx="45720" cy="51206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0" y="417880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pytest_addoption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114800" y="437997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--browser CLI argument. Lets you run: pytest --browser=firefox to override config.ini without editing any source file.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6 Test Functions &amp; Page Object Classes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@pytest.mark.parametrize  ×  6 CSV rows  =  36 total test executions per run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2: Pytest + Selenium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4937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04672"/>
            <a:ext cx="493776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8778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test_ecommerce.py  —  6 Test Functions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161288"/>
            <a:ext cx="466344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61872"/>
            <a:ext cx="4663440" cy="512064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261872"/>
            <a:ext cx="36576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1280160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test_01_invalid_login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3504" y="1499616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random invalid email + password. Asserts warning message visible. Uses step() to log each sub-action.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1837944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837944"/>
            <a:ext cx="36576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1856232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test_02_registration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" y="2075688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registration form using CSV data. Generates unique email with {random} placeholder. Asserts success message.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2414016"/>
            <a:ext cx="4663440" cy="512064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414016"/>
            <a:ext cx="36576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2432304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test_03_logout_login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3504" y="2651760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out post-registration. Logs back in with newly registered credentials. Asserts Logout link visible in nav.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2990088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990088"/>
            <a:ext cx="36576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" y="3008376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test_04_search_and_add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3504" y="3227832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product from CSV. Selects first result. Calls add_to_cart_with_handling — handles success/out-of-stock/error.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3566160"/>
            <a:ext cx="4663440" cy="512064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566160"/>
            <a:ext cx="36576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" y="3584448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test_05_cart_management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3504" y="3803904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Navigates to cart (15s wait + scroll). Updates quantity from CSV. Removes item. Asserts empty cart message. Skips if no cart item.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4142232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142232"/>
            <a:ext cx="36576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4160520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test_06_logout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03504" y="4379976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logout via My Account dropdown. Asserts 'Account Logout' title. Handles session-already-expired edge case gracefully.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68112" y="804672"/>
            <a:ext cx="331012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68112" y="804672"/>
            <a:ext cx="3310128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05272" y="87782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POM Page Classes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05272" y="1161288"/>
            <a:ext cx="3035808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05272" y="1261872"/>
            <a:ext cx="303580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605272" y="1261872"/>
            <a:ext cx="457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24144" y="128016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BasePage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24144" y="1499616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find_element, click, send_keys, is_visible, js_click — all use explicit 15s WebDriverWait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05272" y="1837944"/>
            <a:ext cx="303580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605272" y="1837944"/>
            <a:ext cx="45720" cy="51206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24144" y="1856232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LoginPage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724144" y="2075688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navigate_to_login, login, data_register, get_registration_success_message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605272" y="2414016"/>
            <a:ext cx="303580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605272" y="2414016"/>
            <a:ext cx="457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24144" y="2432304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SearchPage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724144" y="265176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search_product (form.submit()), select_product (first result click)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605272" y="2990088"/>
            <a:ext cx="303580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605272" y="2990088"/>
            <a:ext cx="45720" cy="51206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24144" y="3008376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ProductPage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724144" y="3227832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add_to_cart_with_handling → returns 'success' / 'out_of_stock' / 'error'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605272" y="3566160"/>
            <a:ext cx="303580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605272" y="3566160"/>
            <a:ext cx="4572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24144" y="3584448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CartPage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724144" y="3803904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navigate_to_cart (popup wait + scroll + edit cart), edit_quantity, remove_item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605272" y="4142232"/>
            <a:ext cx="3035808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605272" y="4142232"/>
            <a:ext cx="45720" cy="51206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24144" y="4160520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AccountPage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724144" y="4379976"/>
            <a:ext cx="2798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logout, is_logged_in (Logout link check), is_logged_out (title check)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Team Presentation Assignments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Selenium Team: 3 members · each explains their assigned module to the trainer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2: Pytest + Selenium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Pytest + Selenium Team  —  Who Presents What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243584"/>
            <a:ext cx="2779776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243584"/>
            <a:ext cx="2779776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1353312"/>
            <a:ext cx="658368" cy="6583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1353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Durga Prasad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24688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59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User Registration &amp; Login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2587752"/>
            <a:ext cx="246888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688336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6517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test_01_invalid_login — negative test with assertion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3035808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29992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test_02_registration — form fill + dynamic email generation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6928" y="3383280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346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LoginPage class: navigate_to_login, data_register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6928" y="3730752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69417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test_data.csv — how user rows drive parametrize decorator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66928" y="4078224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041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step() function logging inside test functions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6928" y="4425696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389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pytest HTML report showing pass for registration/login tests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91840" y="1243584"/>
            <a:ext cx="2779776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0" y="1243584"/>
            <a:ext cx="2779776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50208" y="1353312"/>
            <a:ext cx="658368" cy="65836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50208" y="1353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429000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Nishchaya</a:t>
            </a: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Vishwakarma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29000" y="2359152"/>
            <a:ext cx="24688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2359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Product Search &amp; Product Details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429000" y="2587752"/>
            <a:ext cx="246888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93008" y="2688336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75888" y="26517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test_03_logout_login — login with registered credentials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3035808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75888" y="29992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test_04_search_and_add — search + product selection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493008" y="3383280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75888" y="3346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SearchPage class: search_product, select_product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730752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75888" y="369417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ProductPage: add_to_cart_with_handling (3 outcomes)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493008" y="4078224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75888" y="4041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conftest.py driver fixture — class scope explained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4425696"/>
            <a:ext cx="118872" cy="1188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75888" y="4389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HTML report — step logs for search &amp; product tests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17920" y="1243584"/>
            <a:ext cx="2779776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217920" y="1243584"/>
            <a:ext cx="2779776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76288" y="1353312"/>
            <a:ext cx="658368" cy="658368"/>
          </a:xfrm>
          <a:prstGeom prst="ellipse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76288" y="1353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6355080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Ranga Akash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55080" y="2359152"/>
            <a:ext cx="2468880" cy="201168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2359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Cart Management · Update · Remove · Logout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355080" y="2587752"/>
            <a:ext cx="246888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19088" y="2688336"/>
            <a:ext cx="118872" cy="118872"/>
          </a:xfrm>
          <a:prstGeom prst="ellipse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01968" y="26517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test_05_cart_management — update qty, remove, empty assert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419088" y="3035808"/>
            <a:ext cx="118872" cy="118872"/>
          </a:xfrm>
          <a:prstGeom prst="ellipse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01968" y="29992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test_06_logout — dropdown click + logout validation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419088" y="3383280"/>
            <a:ext cx="118872" cy="118872"/>
          </a:xfrm>
          <a:prstGeom prst="ellipse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01968" y="3346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CartPage: navigate_to_cart (15s wait + scroll)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419088" y="3730752"/>
            <a:ext cx="118872" cy="118872"/>
          </a:xfrm>
          <a:prstGeom prst="ellipse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01968" y="369417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AccountPage: logout, is_logged_in, is_logged_out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419088" y="4078224"/>
            <a:ext cx="118872" cy="118872"/>
          </a:xfrm>
          <a:prstGeom prst="ellipse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01968" y="4041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screenshot capture hook — failure PNG embedded in HTML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419088" y="4425696"/>
            <a:ext cx="118872" cy="118872"/>
          </a:xfrm>
          <a:prstGeom prst="ellipse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01968" y="4389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final complete HTML report — all 36 parametrized tests passed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Pytest  |  Log Report Screenshot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2: Pytest + Selenium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329184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How to replace:  Open the same HTML report → scroll to a test → expand the log steps section → screenshot → paste here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4631" y="1196113"/>
            <a:ext cx="8412480" cy="3566160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88720"/>
            <a:ext cx="8412480" cy="5029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335024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1335024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1335024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1316736"/>
            <a:ext cx="760780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1316736"/>
            <a:ext cx="7534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7589520" y="1261872"/>
            <a:ext cx="1097280" cy="18288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261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Log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1572768"/>
            <a:ext cx="8229600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87952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87952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02920" y="34015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510278"/>
            <a:ext cx="9144000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/>
          <p:nvPr/>
        </p:nvSpPr>
        <p:spPr>
          <a:xfrm>
            <a:off x="457200" y="4553712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— Log Report (step-by-step details)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738878"/>
            <a:ext cx="8193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step() logs per test · failure reason · embedded PNG screenshot inside the HTML</a:t>
            </a:r>
            <a:endParaRPr lang="en-US" sz="7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1A388B9-CE01-0F43-3D48-34DB3D3C9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4088"/>
            <a:ext cx="9143999" cy="380619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674A15-535E-4602-982F-D7BF1D6F3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56" y="1349935"/>
            <a:ext cx="8796088" cy="3533127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2ECEC1E8-DEB2-4A59-E6D6-8D249C52A3E7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0F9565-0012-9EE4-3F22-CF5D7ADF413E}"/>
              </a:ext>
            </a:extLst>
          </p:cNvPr>
          <p:cNvSpPr txBox="1"/>
          <p:nvPr/>
        </p:nvSpPr>
        <p:spPr>
          <a:xfrm>
            <a:off x="173955" y="127423"/>
            <a:ext cx="5344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Report Screenshot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4690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964011-7B07-27A7-D40C-14EDD4BCB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5" y="1169883"/>
            <a:ext cx="8307421" cy="3749402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AA5F2B90-1D73-9777-D084-144DCD89F01B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5DE2E2-9EE7-5075-1610-10790DA96015}"/>
              </a:ext>
            </a:extLst>
          </p:cNvPr>
          <p:cNvSpPr txBox="1"/>
          <p:nvPr/>
        </p:nvSpPr>
        <p:spPr>
          <a:xfrm>
            <a:off x="385215" y="158234"/>
            <a:ext cx="457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TEST CASE -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WebPage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Screenshot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23212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WebPages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Screenshot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2: Pytest + Selenium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8046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589520" y="12618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report.html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187952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02920" y="340156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" y="4315968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— Tests Passed (report_HH-MM-SS.html)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4535424"/>
            <a:ext cx="8193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Pass/fail count · 36 parametrized results · test names with CSV row IDs · duration</a:t>
            </a:r>
            <a:endParaRPr lang="en-US" sz="7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7489F33-6400-7C2E-0D5F-529B7E80A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726" y="1056131"/>
            <a:ext cx="4459794" cy="312384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265F15B-428C-A78A-3FCB-1F25C8562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027533"/>
            <a:ext cx="3689096" cy="312384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7849F0-EF70-7493-36F5-B369A57916A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A94D37D-472B-94A2-44F4-65A796686F04}"/>
              </a:ext>
            </a:extLst>
          </p:cNvPr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FFC144C-C3E4-BC50-A1E6-B753721645CF}"/>
              </a:ext>
            </a:extLst>
          </p:cNvPr>
          <p:cNvSpPr/>
          <p:nvPr/>
        </p:nvSpPr>
        <p:spPr>
          <a:xfrm>
            <a:off x="201168" y="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Challenges Faced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63676C-D8A1-DD40-0C1C-D8313C4E7467}"/>
              </a:ext>
            </a:extLst>
          </p:cNvPr>
          <p:cNvSpPr/>
          <p:nvPr/>
        </p:nvSpPr>
        <p:spPr>
          <a:xfrm>
            <a:off x="201168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we encountered and how we solved them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86BDC21-92F9-A8E5-4EAD-349CEEE8252C}"/>
              </a:ext>
            </a:extLst>
          </p:cNvPr>
          <p:cNvSpPr/>
          <p:nvPr/>
        </p:nvSpPr>
        <p:spPr>
          <a:xfrm>
            <a:off x="6675120" y="91440"/>
            <a:ext cx="2286000" cy="475488"/>
          </a:xfrm>
          <a:prstGeom prst="rect">
            <a:avLst/>
          </a:prstGeom>
          <a:solidFill>
            <a:srgbClr val="2C4F7C"/>
          </a:solidFill>
          <a:ln w="12700">
            <a:solidFill>
              <a:srgbClr val="2C4F7C"/>
            </a:solidFill>
            <a:prstDash val="solid"/>
          </a:ln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CA80A45-66EC-0702-8306-A83309733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155448"/>
            <a:ext cx="274320" cy="27432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5ACC70A5-564A-6171-7B82-AE82FD859B3D}"/>
              </a:ext>
            </a:extLst>
          </p:cNvPr>
          <p:cNvSpPr/>
          <p:nvPr/>
        </p:nvSpPr>
        <p:spPr>
          <a:xfrm>
            <a:off x="7059168" y="914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Selenium</a:t>
            </a:r>
            <a:endParaRPr lang="en-US" sz="9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07D3EB1-7272-F877-719B-C94164F67E81}"/>
              </a:ext>
            </a:extLst>
          </p:cNvPr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FE274F7-8BC0-EF57-522C-FEB44B072EA0}"/>
              </a:ext>
            </a:extLst>
          </p:cNvPr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2: Pytest + Selenium</a:t>
            </a:r>
            <a:endParaRPr lang="en-US" sz="8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FB53429-8F08-BEDA-21FF-3A4BCB9297E3}"/>
              </a:ext>
            </a:extLst>
          </p:cNvPr>
          <p:cNvSpPr/>
          <p:nvPr/>
        </p:nvSpPr>
        <p:spPr>
          <a:xfrm>
            <a:off x="274320" y="804672"/>
            <a:ext cx="422452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73AFD7E-7629-2E57-2184-09F89E8ABCA4}"/>
              </a:ext>
            </a:extLst>
          </p:cNvPr>
          <p:cNvSpPr/>
          <p:nvPr/>
        </p:nvSpPr>
        <p:spPr>
          <a:xfrm>
            <a:off x="274320" y="804672"/>
            <a:ext cx="4224528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9A7FA2E-179E-5B9E-3E52-1CD4A143BEC2}"/>
              </a:ext>
            </a:extLst>
          </p:cNvPr>
          <p:cNvSpPr/>
          <p:nvPr/>
        </p:nvSpPr>
        <p:spPr>
          <a:xfrm>
            <a:off x="402336" y="914400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CEF4A3C-8305-56BF-3A39-8E23454BDA5B}"/>
              </a:ext>
            </a:extLst>
          </p:cNvPr>
          <p:cNvSpPr/>
          <p:nvPr/>
        </p:nvSpPr>
        <p:spPr>
          <a:xfrm>
            <a:off x="402336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5A0E3D6-726F-3FFC-1E13-C25431418D0C}"/>
              </a:ext>
            </a:extLst>
          </p:cNvPr>
          <p:cNvSpPr/>
          <p:nvPr/>
        </p:nvSpPr>
        <p:spPr>
          <a:xfrm>
            <a:off x="868680" y="89611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962CC31-4358-B59D-38EB-B1E486CF2944}"/>
              </a:ext>
            </a:extLst>
          </p:cNvPr>
          <p:cNvSpPr/>
          <p:nvPr/>
        </p:nvSpPr>
        <p:spPr>
          <a:xfrm>
            <a:off x="1234440" y="896112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Page Load Delay — StaleElement Error</a:t>
            </a:r>
            <a:endParaRPr lang="en-US" sz="105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32A6B20-373C-7355-B217-CCCF55417788}"/>
              </a:ext>
            </a:extLst>
          </p:cNvPr>
          <p:cNvSpPr/>
          <p:nvPr/>
        </p:nvSpPr>
        <p:spPr>
          <a:xfrm>
            <a:off x="402336" y="1353312"/>
            <a:ext cx="3968496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B5BAE822-A704-0222-8D33-1A591C38A998}"/>
              </a:ext>
            </a:extLst>
          </p:cNvPr>
          <p:cNvSpPr/>
          <p:nvPr/>
        </p:nvSpPr>
        <p:spPr>
          <a:xfrm>
            <a:off x="402336" y="1444752"/>
            <a:ext cx="74980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8F982B9-EED8-59E7-8C0B-1425B263A792}"/>
              </a:ext>
            </a:extLst>
          </p:cNvPr>
          <p:cNvSpPr/>
          <p:nvPr/>
        </p:nvSpPr>
        <p:spPr>
          <a:xfrm>
            <a:off x="402336" y="144475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</a:t>
            </a:r>
            <a:endParaRPr lang="en-US" sz="8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9E06F2E-C958-C275-ECFF-7D99A7CA016D}"/>
              </a:ext>
            </a:extLst>
          </p:cNvPr>
          <p:cNvSpPr/>
          <p:nvPr/>
        </p:nvSpPr>
        <p:spPr>
          <a:xfrm>
            <a:off x="402336" y="1682496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navigate_to_cart() was clicking the cart link and immediately trying to find items, but the cart popup took several seconds to load, causing StaleElementReferenceException.</a:t>
            </a:r>
            <a:endParaRPr lang="en-US" sz="9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2FE9FBDB-4064-8E91-CEEE-AD2764B60802}"/>
              </a:ext>
            </a:extLst>
          </p:cNvPr>
          <p:cNvSpPr/>
          <p:nvPr/>
        </p:nvSpPr>
        <p:spPr>
          <a:xfrm>
            <a:off x="402336" y="2194560"/>
            <a:ext cx="749808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F7F6F494-A043-19AF-FBCE-F5FD576F01C8}"/>
              </a:ext>
            </a:extLst>
          </p:cNvPr>
          <p:cNvSpPr/>
          <p:nvPr/>
        </p:nvSpPr>
        <p:spPr>
          <a:xfrm>
            <a:off x="402336" y="21945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Solution</a:t>
            </a:r>
            <a:endParaRPr lang="en-US" sz="8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4C54E5D-ACED-BA51-CA06-FBBC28488724}"/>
              </a:ext>
            </a:extLst>
          </p:cNvPr>
          <p:cNvSpPr/>
          <p:nvPr/>
        </p:nvSpPr>
        <p:spPr>
          <a:xfrm>
            <a:off x="402336" y="243230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an explicit 15-second wait using WebDriverWait for the cart container to be visible before interacting. This eliminated the intermittent failure completely.</a:t>
            </a:r>
            <a:endParaRPr lang="en-US" sz="85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632B5F29-8156-16B8-A5AA-71500CA81134}"/>
              </a:ext>
            </a:extLst>
          </p:cNvPr>
          <p:cNvSpPr/>
          <p:nvPr/>
        </p:nvSpPr>
        <p:spPr>
          <a:xfrm>
            <a:off x="4736592" y="804672"/>
            <a:ext cx="422452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552E06B6-7A85-36DC-E16A-5BB35FE79698}"/>
              </a:ext>
            </a:extLst>
          </p:cNvPr>
          <p:cNvSpPr/>
          <p:nvPr/>
        </p:nvSpPr>
        <p:spPr>
          <a:xfrm>
            <a:off x="4736592" y="804672"/>
            <a:ext cx="4224528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9EC72044-7ACF-7337-9F2C-E756D2C7E093}"/>
              </a:ext>
            </a:extLst>
          </p:cNvPr>
          <p:cNvSpPr/>
          <p:nvPr/>
        </p:nvSpPr>
        <p:spPr>
          <a:xfrm>
            <a:off x="4864608" y="914400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D2319D67-FA8E-953C-8E31-253C246F0B88}"/>
              </a:ext>
            </a:extLst>
          </p:cNvPr>
          <p:cNvSpPr/>
          <p:nvPr/>
        </p:nvSpPr>
        <p:spPr>
          <a:xfrm>
            <a:off x="4864608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409F56FD-8F18-0613-3C42-C277AC2985BC}"/>
              </a:ext>
            </a:extLst>
          </p:cNvPr>
          <p:cNvSpPr/>
          <p:nvPr/>
        </p:nvSpPr>
        <p:spPr>
          <a:xfrm>
            <a:off x="5330952" y="89611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📸</a:t>
            </a:r>
            <a:endParaRPr lang="en-US" sz="16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7804BEE-9216-D814-61CA-7D86CED3682F}"/>
              </a:ext>
            </a:extLst>
          </p:cNvPr>
          <p:cNvSpPr/>
          <p:nvPr/>
        </p:nvSpPr>
        <p:spPr>
          <a:xfrm>
            <a:off x="5696712" y="896112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Not Embedding in HTML Report</a:t>
            </a:r>
            <a:endParaRPr lang="en-US" sz="1050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C446587F-4CC2-93FF-0E22-916C23F37E52}"/>
              </a:ext>
            </a:extLst>
          </p:cNvPr>
          <p:cNvSpPr/>
          <p:nvPr/>
        </p:nvSpPr>
        <p:spPr>
          <a:xfrm>
            <a:off x="4864608" y="1353312"/>
            <a:ext cx="3968496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03CF264-0FE4-0905-AEBC-A19D73C7440A}"/>
              </a:ext>
            </a:extLst>
          </p:cNvPr>
          <p:cNvSpPr/>
          <p:nvPr/>
        </p:nvSpPr>
        <p:spPr>
          <a:xfrm>
            <a:off x="4864608" y="1444752"/>
            <a:ext cx="74980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18767DE3-5D8C-16BE-F681-0597E59A4B70}"/>
              </a:ext>
            </a:extLst>
          </p:cNvPr>
          <p:cNvSpPr/>
          <p:nvPr/>
        </p:nvSpPr>
        <p:spPr>
          <a:xfrm>
            <a:off x="4864608" y="144475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</a:t>
            </a:r>
            <a:endParaRPr lang="en-US" sz="80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D06D0173-3994-9D39-3DFF-3487E060B585}"/>
              </a:ext>
            </a:extLst>
          </p:cNvPr>
          <p:cNvSpPr/>
          <p:nvPr/>
        </p:nvSpPr>
        <p:spPr>
          <a:xfrm>
            <a:off x="4864608" y="1682496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conftest.py screenshot hook captured the PNG file but it was not appearing inside the HTML report — the image tag was missing from the failed test row.</a:t>
            </a:r>
            <a:endParaRPr lang="en-US" sz="90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4D14DE0A-408F-C0A1-9169-FBF290912BA0}"/>
              </a:ext>
            </a:extLst>
          </p:cNvPr>
          <p:cNvSpPr/>
          <p:nvPr/>
        </p:nvSpPr>
        <p:spPr>
          <a:xfrm>
            <a:off x="4864608" y="2194560"/>
            <a:ext cx="749808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92E7E421-332C-3998-963E-722C12BF8DA6}"/>
              </a:ext>
            </a:extLst>
          </p:cNvPr>
          <p:cNvSpPr/>
          <p:nvPr/>
        </p:nvSpPr>
        <p:spPr>
          <a:xfrm>
            <a:off x="4864608" y="21945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Solution</a:t>
            </a:r>
            <a:endParaRPr lang="en-US" sz="8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C8C5FCCA-B258-9EC2-DEF0-61693C80A4BB}"/>
              </a:ext>
            </a:extLst>
          </p:cNvPr>
          <p:cNvSpPr/>
          <p:nvPr/>
        </p:nvSpPr>
        <p:spPr>
          <a:xfrm>
            <a:off x="4864608" y="243230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 using pytest_html.extras.html() to inject the base64-encoded image directly into the report's extra column. The image now appears inline under the failed test.</a:t>
            </a:r>
            <a:endParaRPr lang="en-US" sz="850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23BF569D-62A2-DEE0-71B0-3B16F7EFB8D0}"/>
              </a:ext>
            </a:extLst>
          </p:cNvPr>
          <p:cNvSpPr/>
          <p:nvPr/>
        </p:nvSpPr>
        <p:spPr>
          <a:xfrm>
            <a:off x="274320" y="2889504"/>
            <a:ext cx="422452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1654DB22-B924-99A6-1105-A4D78B538EC9}"/>
              </a:ext>
            </a:extLst>
          </p:cNvPr>
          <p:cNvSpPr/>
          <p:nvPr/>
        </p:nvSpPr>
        <p:spPr>
          <a:xfrm>
            <a:off x="274320" y="2889504"/>
            <a:ext cx="4224528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093A5AE7-97D0-348A-F608-DA686116B847}"/>
              </a:ext>
            </a:extLst>
          </p:cNvPr>
          <p:cNvSpPr/>
          <p:nvPr/>
        </p:nvSpPr>
        <p:spPr>
          <a:xfrm>
            <a:off x="402336" y="2999232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61F4585E-64E2-69F0-F79B-91F452B174F8}"/>
              </a:ext>
            </a:extLst>
          </p:cNvPr>
          <p:cNvSpPr/>
          <p:nvPr/>
        </p:nvSpPr>
        <p:spPr>
          <a:xfrm>
            <a:off x="402336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099875A3-DB49-EBB8-B2C3-CFE87E19A3AD}"/>
              </a:ext>
            </a:extLst>
          </p:cNvPr>
          <p:cNvSpPr/>
          <p:nvPr/>
        </p:nvSpPr>
        <p:spPr>
          <a:xfrm>
            <a:off x="868680" y="2980944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C0545598-D935-9521-A64F-2B349DCD7B8E}"/>
              </a:ext>
            </a:extLst>
          </p:cNvPr>
          <p:cNvSpPr/>
          <p:nvPr/>
        </p:nvSpPr>
        <p:spPr>
          <a:xfrm>
            <a:off x="1234440" y="2980944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Parametrize Scope — Driver Restarting Per Test</a:t>
            </a:r>
            <a:endParaRPr lang="en-US" sz="1050" dirty="0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965C1CC0-9F1E-269B-7DD1-E9687B63AD82}"/>
              </a:ext>
            </a:extLst>
          </p:cNvPr>
          <p:cNvSpPr/>
          <p:nvPr/>
        </p:nvSpPr>
        <p:spPr>
          <a:xfrm>
            <a:off x="402336" y="3438144"/>
            <a:ext cx="3968496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B69D0B36-EA0B-7F44-7D51-BEA687B1B78F}"/>
              </a:ext>
            </a:extLst>
          </p:cNvPr>
          <p:cNvSpPr/>
          <p:nvPr/>
        </p:nvSpPr>
        <p:spPr>
          <a:xfrm>
            <a:off x="402336" y="3529584"/>
            <a:ext cx="74980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EBFAD5EE-2D26-EF88-0B35-7F16050F6C9D}"/>
              </a:ext>
            </a:extLst>
          </p:cNvPr>
          <p:cNvSpPr/>
          <p:nvPr/>
        </p:nvSpPr>
        <p:spPr>
          <a:xfrm>
            <a:off x="402336" y="352958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</a:t>
            </a:r>
            <a:endParaRPr lang="en-US" sz="800" dirty="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FB67B655-E72F-51AA-EC12-2CA20871B26B}"/>
              </a:ext>
            </a:extLst>
          </p:cNvPr>
          <p:cNvSpPr/>
          <p:nvPr/>
        </p:nvSpPr>
        <p:spPr>
          <a:xfrm>
            <a:off x="402336" y="3767328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function-scoped driver fixture, a new browser opened for every parametrized row, making the test suite very slow — 36 browser launches per run.</a:t>
            </a:r>
            <a:endParaRPr lang="en-US" sz="900" dirty="0"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F4864417-B804-DDD4-8513-3CCF7E175E51}"/>
              </a:ext>
            </a:extLst>
          </p:cNvPr>
          <p:cNvSpPr/>
          <p:nvPr/>
        </p:nvSpPr>
        <p:spPr>
          <a:xfrm>
            <a:off x="402336" y="4279392"/>
            <a:ext cx="749808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B61AA725-2D8C-4A4D-181E-BE76C931FBE0}"/>
              </a:ext>
            </a:extLst>
          </p:cNvPr>
          <p:cNvSpPr/>
          <p:nvPr/>
        </p:nvSpPr>
        <p:spPr>
          <a:xfrm>
            <a:off x="402336" y="4279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Solution</a:t>
            </a:r>
            <a:endParaRPr lang="en-US" sz="800" dirty="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D4EA8B05-2627-4EF5-1B6E-7C1031665ABB}"/>
              </a:ext>
            </a:extLst>
          </p:cNvPr>
          <p:cNvSpPr/>
          <p:nvPr/>
        </p:nvSpPr>
        <p:spPr>
          <a:xfrm>
            <a:off x="402336" y="451713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driver fixture scope to 'class' — one browser session is shared across all test functions in the class, maintaining login state and cutting run time significantly.</a:t>
            </a:r>
            <a:endParaRPr lang="en-US" sz="850" dirty="0"/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B0314DE0-C334-8308-5BCA-B6567D0FA4C1}"/>
              </a:ext>
            </a:extLst>
          </p:cNvPr>
          <p:cNvSpPr/>
          <p:nvPr/>
        </p:nvSpPr>
        <p:spPr>
          <a:xfrm>
            <a:off x="4736592" y="2889504"/>
            <a:ext cx="422452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6880A17E-8B69-EF0F-5745-E46D57311336}"/>
              </a:ext>
            </a:extLst>
          </p:cNvPr>
          <p:cNvSpPr/>
          <p:nvPr/>
        </p:nvSpPr>
        <p:spPr>
          <a:xfrm>
            <a:off x="4736592" y="2889504"/>
            <a:ext cx="4224528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F8D0AB33-7877-5655-54DD-9E06CE102A62}"/>
              </a:ext>
            </a:extLst>
          </p:cNvPr>
          <p:cNvSpPr/>
          <p:nvPr/>
        </p:nvSpPr>
        <p:spPr>
          <a:xfrm>
            <a:off x="4864608" y="2999232"/>
            <a:ext cx="384048" cy="384048"/>
          </a:xfrm>
          <a:prstGeom prst="ellipse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CA594E55-C8FF-AE5D-B5A0-8CADEAF13427}"/>
              </a:ext>
            </a:extLst>
          </p:cNvPr>
          <p:cNvSpPr/>
          <p:nvPr/>
        </p:nvSpPr>
        <p:spPr>
          <a:xfrm>
            <a:off x="4864608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DE03AFDB-E39E-17B5-72CC-0EACCB70D4B7}"/>
              </a:ext>
            </a:extLst>
          </p:cNvPr>
          <p:cNvSpPr/>
          <p:nvPr/>
        </p:nvSpPr>
        <p:spPr>
          <a:xfrm>
            <a:off x="5330952" y="2980944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C83E2CA6-C29A-4132-EEF3-C393CF12E897}"/>
              </a:ext>
            </a:extLst>
          </p:cNvPr>
          <p:cNvSpPr/>
          <p:nvPr/>
        </p:nvSpPr>
        <p:spPr>
          <a:xfrm>
            <a:off x="5696712" y="2980944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Email + Parametrize Conflict</a:t>
            </a:r>
            <a:endParaRPr lang="en-US" sz="1050" dirty="0"/>
          </a:p>
        </p:txBody>
      </p:sp>
      <p:sp>
        <p:nvSpPr>
          <p:cNvPr id="56" name="Shape 53">
            <a:extLst>
              <a:ext uri="{FF2B5EF4-FFF2-40B4-BE49-F238E27FC236}">
                <a16:creationId xmlns:a16="http://schemas.microsoft.com/office/drawing/2014/main" id="{CCF2C8F7-7AD6-A6E6-577E-D928D250D6DF}"/>
              </a:ext>
            </a:extLst>
          </p:cNvPr>
          <p:cNvSpPr/>
          <p:nvPr/>
        </p:nvSpPr>
        <p:spPr>
          <a:xfrm>
            <a:off x="4864608" y="3438144"/>
            <a:ext cx="3968496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C86031D2-86C3-901B-6792-93BF79E150A9}"/>
              </a:ext>
            </a:extLst>
          </p:cNvPr>
          <p:cNvSpPr/>
          <p:nvPr/>
        </p:nvSpPr>
        <p:spPr>
          <a:xfrm>
            <a:off x="4864608" y="3529584"/>
            <a:ext cx="74980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052D464E-8FA6-2A8A-1947-F62EA719041D}"/>
              </a:ext>
            </a:extLst>
          </p:cNvPr>
          <p:cNvSpPr/>
          <p:nvPr/>
        </p:nvSpPr>
        <p:spPr>
          <a:xfrm>
            <a:off x="4864608" y="352958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</a:t>
            </a:r>
            <a:endParaRPr lang="en-US" sz="800" dirty="0"/>
          </a:p>
        </p:txBody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2DA0CE5B-D68A-3176-83F1-AFE0E361A3C8}"/>
              </a:ext>
            </a:extLst>
          </p:cNvPr>
          <p:cNvSpPr/>
          <p:nvPr/>
        </p:nvSpPr>
        <p:spPr>
          <a:xfrm>
            <a:off x="4864608" y="3767328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CSV had a static email value, so parametrized runs would try to register the same email 6 times — only the first run passed, the rest failed with 'email exists'.</a:t>
            </a:r>
            <a:endParaRPr lang="en-US" sz="900" dirty="0"/>
          </a:p>
        </p:txBody>
      </p:sp>
      <p:sp>
        <p:nvSpPr>
          <p:cNvPr id="60" name="Shape 57">
            <a:extLst>
              <a:ext uri="{FF2B5EF4-FFF2-40B4-BE49-F238E27FC236}">
                <a16:creationId xmlns:a16="http://schemas.microsoft.com/office/drawing/2014/main" id="{F29EFF29-A8E1-28AE-C727-31E26DDD31AD}"/>
              </a:ext>
            </a:extLst>
          </p:cNvPr>
          <p:cNvSpPr/>
          <p:nvPr/>
        </p:nvSpPr>
        <p:spPr>
          <a:xfrm>
            <a:off x="4864608" y="4279392"/>
            <a:ext cx="749808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61" name="Text 58">
            <a:extLst>
              <a:ext uri="{FF2B5EF4-FFF2-40B4-BE49-F238E27FC236}">
                <a16:creationId xmlns:a16="http://schemas.microsoft.com/office/drawing/2014/main" id="{E2B5B5B0-D5C0-9236-675E-D8DDA61F6466}"/>
              </a:ext>
            </a:extLst>
          </p:cNvPr>
          <p:cNvSpPr/>
          <p:nvPr/>
        </p:nvSpPr>
        <p:spPr>
          <a:xfrm>
            <a:off x="4864608" y="4279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Solution</a:t>
            </a:r>
            <a:endParaRPr lang="en-US" sz="800" dirty="0"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13FEECE4-A691-CA45-4530-20F49EBF54BD}"/>
              </a:ext>
            </a:extLst>
          </p:cNvPr>
          <p:cNvSpPr/>
          <p:nvPr/>
        </p:nvSpPr>
        <p:spPr>
          <a:xfrm>
            <a:off x="4864608" y="451713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logic in test_02 to replace the CSV email with a runtime-generated unique email using Python's datetime.now() — each parametrized row gets a completely unique email.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0874526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749808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E-Commerce UI Automation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01168" y="4754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(Robot Framework)  +  Project 2 (Pytest + Selenium)  —  Combined Outcome &amp; Learnings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8503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41248"/>
            <a:ext cx="4572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412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projects automate the SAME 5 E-Commerce end-to-end scenarios using two different industry-standard frameworks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4206240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07008"/>
            <a:ext cx="420624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316736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43560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60704" y="13167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Robot Framework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60704" y="157276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Keyword-Driven  ·  Data-Driven  ·  SeleniumLibrary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75488" y="1810512"/>
            <a:ext cx="3913632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5488" y="1920240"/>
            <a:ext cx="4572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" y="1901952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E2E test scenarios automated (TC01–TC05) + 1 full flow suite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5488" y="2267712"/>
            <a:ext cx="4572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" y="224942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reusable keyword files + locators.robot for centralized locators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5488" y="2615184"/>
            <a:ext cx="4572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" y="2596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DataDriver Library + 4 CSV files — auto multi-row execution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75488" y="2962656"/>
            <a:ext cx="4572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" y="2944368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email generation ensures unique users every run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5488" y="3310128"/>
            <a:ext cx="4572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3504" y="329184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report.html + log.html after every execution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5488" y="3657600"/>
            <a:ext cx="4572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3504" y="3639312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practices: POM, explicit waits, screenshot on failure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617720" y="1207008"/>
            <a:ext cx="4206240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617720" y="1207008"/>
            <a:ext cx="420624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73168" y="1316736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1435608"/>
            <a:ext cx="256032" cy="25603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358384" y="13167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Pytest + Selenium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358384" y="157276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 ·  Fixtures  ·  Parametrize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4773168" y="1810512"/>
            <a:ext cx="3913632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773168" y="1920240"/>
            <a:ext cx="45720" cy="23774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901184" y="1901952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page object classes: BasePage + LoginPage + 4 feature pages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773168" y="2267712"/>
            <a:ext cx="45720" cy="23774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901184" y="224942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conftest.py: driver fixture, step() logger, screenshot hook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4773168" y="2615184"/>
            <a:ext cx="45720" cy="23774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901184" y="2596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 functions × 6 CSV rows = 36 parametrized test executions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4773168" y="2962656"/>
            <a:ext cx="45720" cy="23774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901184" y="2944368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step() function logs every action directly into HTML report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4773168" y="3310128"/>
            <a:ext cx="45720" cy="23774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901184" y="329184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screenshots auto-embedded as base64 in HTML report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4773168" y="3657600"/>
            <a:ext cx="45720" cy="23774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901184" y="3639312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support: Chrome, Firefox, Edge via config.ini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320040" y="4078224"/>
            <a:ext cx="8503920" cy="3657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320040" y="411480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320040" y="4114800"/>
            <a:ext cx="8503920" cy="457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75488" y="4187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Outcome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2176272" y="4224528"/>
            <a:ext cx="27432" cy="56692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2286000" y="420624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2487168" y="4169664"/>
            <a:ext cx="6199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5 real-world E-Commerce user journeys end-to-end using two different frameworks — proving the same test goals can be achieved with keyword-driven (RF) and code-driven (Pytest+POM) approaches.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2286000" y="449884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2487168" y="4443984"/>
            <a:ext cx="6199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 industry experience in framework design, test data management, CI-ready execution, HTML reporting, and failure handling — skills directly applicable to real automation engineering roles.</a:t>
            </a:r>
            <a:endParaRPr lang="en-US" sz="900" dirty="0"/>
          </a:p>
        </p:txBody>
      </p:sp>
      <p:sp>
        <p:nvSpPr>
          <p:cNvPr id="56" name="Shape 5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32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0"/>
            <a:ext cx="91440" cy="51435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03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371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9077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App — API Testing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3547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 +  Pytest  +  Robot Framework  +  Postman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Project Objective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purpose, scope, and goals of the Foodie App REST API testing project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5029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04672"/>
            <a:ext cx="502920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896112"/>
            <a:ext cx="475488" cy="47548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0058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15568" y="89611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1408176"/>
            <a:ext cx="475488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1481328"/>
            <a:ext cx="4709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involves building and testing a complete REST API for a food delivery application called Foodie App. The backend is a Python Flask application with in-memory storage exposing 18 endpoints across 5 business modules. The APIs are tested three ways — manually via Postman, automated with Pytest using the requests library, and automated with Robot Framework using the RequestsLibrary.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2377440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2377440"/>
            <a:ext cx="457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32304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87552" y="2423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322576" y="2450592"/>
            <a:ext cx="27432" cy="29260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414016" y="24140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build, and test 18 REST API endpoints covering all 5 modules of the Foodie food delivery app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02920" y="2871216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02920" y="2871216"/>
            <a:ext cx="45720" cy="43891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26080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87552" y="29169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2322576" y="2944368"/>
            <a:ext cx="27432" cy="29260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414016" y="2907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endpoints using GET, POST, PUT, DELETE — proper HTTP status codes 200, 201, 400, 404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502920" y="3364992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02920" y="3364992"/>
            <a:ext cx="457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419856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87552" y="34107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2322576" y="3438144"/>
            <a:ext cx="27432" cy="29260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414016" y="3401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with in-memory dicts — no database needed, runs locally at http://127.0.0.1:5000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502920" y="3858768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02920" y="3858768"/>
            <a:ext cx="45720" cy="43891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913632"/>
            <a:ext cx="237744" cy="23774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87552" y="39044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Approach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2322576" y="3931920"/>
            <a:ext cx="27432" cy="29260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2414016" y="3895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Three-layered: Postman (manual), Pytest requests (automated), Robot Framework RequestsLibrary (automated)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502920" y="4352544"/>
            <a:ext cx="4754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502920" y="4352544"/>
            <a:ext cx="457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407408"/>
            <a:ext cx="237744" cy="23774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87552" y="43982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2322576" y="4425696"/>
            <a:ext cx="27432" cy="29260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2414016" y="4389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Flask server + test_foodie.py + foodie.robot + Postman collection with 5 module groups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5577840" y="804672"/>
            <a:ext cx="3200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5577840" y="804672"/>
            <a:ext cx="32004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5715000" y="8778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Facts</a:t>
            </a:r>
            <a:endParaRPr lang="en-US" sz="1300" dirty="0"/>
          </a:p>
        </p:txBody>
      </p:sp>
      <p:sp>
        <p:nvSpPr>
          <p:cNvPr id="48" name="Shape 40"/>
          <p:cNvSpPr/>
          <p:nvPr/>
        </p:nvSpPr>
        <p:spPr>
          <a:xfrm>
            <a:off x="5715000" y="1161288"/>
            <a:ext cx="292608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5715000" y="1261872"/>
            <a:ext cx="2926080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5806440" y="1280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850" dirty="0"/>
          </a:p>
        </p:txBody>
      </p:sp>
      <p:sp>
        <p:nvSpPr>
          <p:cNvPr id="51" name="Text 43"/>
          <p:cNvSpPr/>
          <p:nvPr/>
        </p:nvSpPr>
        <p:spPr>
          <a:xfrm>
            <a:off x="5806440" y="14630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App — Food Delivery REST API</a:t>
            </a:r>
            <a:endParaRPr lang="en-US" sz="850" dirty="0"/>
          </a:p>
        </p:txBody>
      </p:sp>
      <p:sp>
        <p:nvSpPr>
          <p:cNvPr id="52" name="Shape 44"/>
          <p:cNvSpPr/>
          <p:nvPr/>
        </p:nvSpPr>
        <p:spPr>
          <a:xfrm>
            <a:off x="5715000" y="1700784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5806440" y="17190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850" dirty="0"/>
          </a:p>
        </p:txBody>
      </p:sp>
      <p:sp>
        <p:nvSpPr>
          <p:cNvPr id="54" name="Text 46"/>
          <p:cNvSpPr/>
          <p:nvPr/>
        </p:nvSpPr>
        <p:spPr>
          <a:xfrm>
            <a:off x="5806440" y="19019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(in-memory storage)</a:t>
            </a:r>
            <a:endParaRPr lang="en-US" sz="850" dirty="0"/>
          </a:p>
        </p:txBody>
      </p:sp>
      <p:sp>
        <p:nvSpPr>
          <p:cNvPr id="55" name="Shape 47"/>
          <p:cNvSpPr/>
          <p:nvPr/>
        </p:nvSpPr>
        <p:spPr>
          <a:xfrm>
            <a:off x="5715000" y="2139696"/>
            <a:ext cx="2926080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5806440" y="21579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Endpoints</a:t>
            </a:r>
            <a:endParaRPr lang="en-US" sz="850" dirty="0"/>
          </a:p>
        </p:txBody>
      </p:sp>
      <p:sp>
        <p:nvSpPr>
          <p:cNvPr id="57" name="Text 49"/>
          <p:cNvSpPr/>
          <p:nvPr/>
        </p:nvSpPr>
        <p:spPr>
          <a:xfrm>
            <a:off x="5806440" y="23408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REST APIs across 5 modules</a:t>
            </a:r>
            <a:endParaRPr lang="en-US" sz="850" dirty="0"/>
          </a:p>
        </p:txBody>
      </p:sp>
      <p:sp>
        <p:nvSpPr>
          <p:cNvPr id="58" name="Shape 50"/>
          <p:cNvSpPr/>
          <p:nvPr/>
        </p:nvSpPr>
        <p:spPr>
          <a:xfrm>
            <a:off x="5715000" y="2578608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9" name="Text 51"/>
          <p:cNvSpPr/>
          <p:nvPr/>
        </p:nvSpPr>
        <p:spPr>
          <a:xfrm>
            <a:off x="5806440" y="25968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</a:t>
            </a:r>
            <a:endParaRPr lang="en-US" sz="850" dirty="0"/>
          </a:p>
        </p:txBody>
      </p:sp>
      <p:sp>
        <p:nvSpPr>
          <p:cNvPr id="60" name="Text 52"/>
          <p:cNvSpPr/>
          <p:nvPr/>
        </p:nvSpPr>
        <p:spPr>
          <a:xfrm>
            <a:off x="5806440" y="27797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GET, POST, PUT, DELETE</a:t>
            </a:r>
            <a:endParaRPr lang="en-US" sz="850" dirty="0"/>
          </a:p>
        </p:txBody>
      </p:sp>
      <p:sp>
        <p:nvSpPr>
          <p:cNvPr id="61" name="Shape 53"/>
          <p:cNvSpPr/>
          <p:nvPr/>
        </p:nvSpPr>
        <p:spPr>
          <a:xfrm>
            <a:off x="5715000" y="3017520"/>
            <a:ext cx="2926080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5806440" y="30358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</a:t>
            </a:r>
            <a:endParaRPr lang="en-US" sz="850" dirty="0"/>
          </a:p>
        </p:txBody>
      </p:sp>
      <p:sp>
        <p:nvSpPr>
          <p:cNvPr id="63" name="Text 55"/>
          <p:cNvSpPr/>
          <p:nvPr/>
        </p:nvSpPr>
        <p:spPr>
          <a:xfrm>
            <a:off x="5806440" y="32186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5 module collections</a:t>
            </a:r>
            <a:endParaRPr lang="en-US" sz="850" dirty="0"/>
          </a:p>
        </p:txBody>
      </p:sp>
      <p:sp>
        <p:nvSpPr>
          <p:cNvPr id="64" name="Shape 56"/>
          <p:cNvSpPr/>
          <p:nvPr/>
        </p:nvSpPr>
        <p:spPr>
          <a:xfrm>
            <a:off x="5715000" y="3456432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5" name="Text 57"/>
          <p:cNvSpPr/>
          <p:nvPr/>
        </p:nvSpPr>
        <p:spPr>
          <a:xfrm>
            <a:off x="5806440" y="3474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Automation</a:t>
            </a:r>
            <a:endParaRPr lang="en-US" sz="850" dirty="0"/>
          </a:p>
        </p:txBody>
      </p:sp>
      <p:sp>
        <p:nvSpPr>
          <p:cNvPr id="66" name="Text 58"/>
          <p:cNvSpPr/>
          <p:nvPr/>
        </p:nvSpPr>
        <p:spPr>
          <a:xfrm>
            <a:off x="5806440" y="36576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test_foodie.py — 18 test functions</a:t>
            </a:r>
            <a:endParaRPr lang="en-US" sz="850" dirty="0"/>
          </a:p>
        </p:txBody>
      </p:sp>
      <p:sp>
        <p:nvSpPr>
          <p:cNvPr id="67" name="Shape 59"/>
          <p:cNvSpPr/>
          <p:nvPr/>
        </p:nvSpPr>
        <p:spPr>
          <a:xfrm>
            <a:off x="5715000" y="3895344"/>
            <a:ext cx="2926080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8" name="Text 60"/>
          <p:cNvSpPr/>
          <p:nvPr/>
        </p:nvSpPr>
        <p:spPr>
          <a:xfrm>
            <a:off x="5806440" y="3913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Automation</a:t>
            </a:r>
            <a:endParaRPr lang="en-US" sz="850" dirty="0"/>
          </a:p>
        </p:txBody>
      </p:sp>
      <p:sp>
        <p:nvSpPr>
          <p:cNvPr id="69" name="Text 61"/>
          <p:cNvSpPr/>
          <p:nvPr/>
        </p:nvSpPr>
        <p:spPr>
          <a:xfrm>
            <a:off x="5806440" y="40965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foodie.robot — 18 test cases</a:t>
            </a:r>
            <a:endParaRPr lang="en-US" sz="850" dirty="0"/>
          </a:p>
        </p:txBody>
      </p:sp>
      <p:sp>
        <p:nvSpPr>
          <p:cNvPr id="70" name="Shape 62"/>
          <p:cNvSpPr/>
          <p:nvPr/>
        </p:nvSpPr>
        <p:spPr>
          <a:xfrm>
            <a:off x="5715000" y="4334256"/>
            <a:ext cx="29260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1" name="Text 63"/>
          <p:cNvSpPr/>
          <p:nvPr/>
        </p:nvSpPr>
        <p:spPr>
          <a:xfrm>
            <a:off x="5806440" y="43525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Server</a:t>
            </a:r>
            <a:endParaRPr lang="en-US" sz="850" dirty="0"/>
          </a:p>
        </p:txBody>
      </p:sp>
      <p:sp>
        <p:nvSpPr>
          <p:cNvPr id="72" name="Text 64"/>
          <p:cNvSpPr/>
          <p:nvPr/>
        </p:nvSpPr>
        <p:spPr>
          <a:xfrm>
            <a:off x="5806440" y="45354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app.py → 127.0.0.1:5000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Foodie App Overview &amp; 18 API Endpoints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backend with in-memory storage · 18 REST endpoints across 5 modules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1920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22960"/>
            <a:ext cx="192024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89611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" y="8412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475488" y="13167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487168" y="822960"/>
            <a:ext cx="1920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87168" y="822960"/>
            <a:ext cx="192024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896112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99232" y="8412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2596896" y="13167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08576" y="822960"/>
            <a:ext cx="1920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08576" y="822960"/>
            <a:ext cx="192024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896112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20640" y="8412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17"/>
          <p:cNvSpPr/>
          <p:nvPr/>
        </p:nvSpPr>
        <p:spPr>
          <a:xfrm>
            <a:off x="4718304" y="13167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729984" y="822960"/>
            <a:ext cx="1920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29984" y="822960"/>
            <a:ext cx="192024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896112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42048" y="8412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27" name="Text 21"/>
          <p:cNvSpPr/>
          <p:nvPr/>
        </p:nvSpPr>
        <p:spPr>
          <a:xfrm>
            <a:off x="6839712" y="13167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65760" y="1865376"/>
            <a:ext cx="274320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65760" y="1865376"/>
            <a:ext cx="45720" cy="14081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7200" y="1956816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048256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50976" y="195681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1–4 — Restaurant Module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475488" y="240487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/api/v1/restaurants                 → 201</a:t>
            </a:r>
            <a:endParaRPr lang="en-US" sz="750" dirty="0"/>
          </a:p>
        </p:txBody>
      </p:sp>
      <p:sp>
        <p:nvSpPr>
          <p:cNvPr id="34" name="Text 27"/>
          <p:cNvSpPr/>
          <p:nvPr/>
        </p:nvSpPr>
        <p:spPr>
          <a:xfrm>
            <a:off x="475488" y="261518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 /api/v1/restaurants/{id}            → 200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475488" y="282549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 /api/v1/restaurants/{id}/disable    → 200</a:t>
            </a:r>
            <a:endParaRPr lang="en-US" sz="750" dirty="0"/>
          </a:p>
        </p:txBody>
      </p:sp>
      <p:sp>
        <p:nvSpPr>
          <p:cNvPr id="36" name="Text 29"/>
          <p:cNvSpPr/>
          <p:nvPr/>
        </p:nvSpPr>
        <p:spPr>
          <a:xfrm>
            <a:off x="475488" y="303580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/api/v1/restaurants/{id}            → 200</a:t>
            </a:r>
            <a:endParaRPr lang="en-US" sz="750" dirty="0"/>
          </a:p>
        </p:txBody>
      </p:sp>
      <p:sp>
        <p:nvSpPr>
          <p:cNvPr id="37" name="Shape 30"/>
          <p:cNvSpPr/>
          <p:nvPr/>
        </p:nvSpPr>
        <p:spPr>
          <a:xfrm>
            <a:off x="3291840" y="1865376"/>
            <a:ext cx="274320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3291840" y="1865376"/>
            <a:ext cx="45720" cy="14081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3383280" y="1956816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2048256"/>
            <a:ext cx="219456" cy="219456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3877056" y="195681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5–8 — Dish Module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3401568" y="240487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/api/v1/restaurants/{id}/dishes    → 201</a:t>
            </a:r>
            <a:endParaRPr lang="en-US" sz="750" dirty="0"/>
          </a:p>
        </p:txBody>
      </p:sp>
      <p:sp>
        <p:nvSpPr>
          <p:cNvPr id="43" name="Text 35"/>
          <p:cNvSpPr/>
          <p:nvPr/>
        </p:nvSpPr>
        <p:spPr>
          <a:xfrm>
            <a:off x="3401568" y="261518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  /api/v1/dishes/{id}               → 200</a:t>
            </a:r>
            <a:endParaRPr lang="en-US" sz="750" dirty="0"/>
          </a:p>
        </p:txBody>
      </p:sp>
      <p:sp>
        <p:nvSpPr>
          <p:cNvPr id="44" name="Text 36"/>
          <p:cNvSpPr/>
          <p:nvPr/>
        </p:nvSpPr>
        <p:spPr>
          <a:xfrm>
            <a:off x="3401568" y="282549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  /api/v1/dishes/{id}/status        → 200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3401568" y="303580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/api/v1/dishes/{id}              → 200</a:t>
            </a:r>
            <a:endParaRPr lang="en-US" sz="750" dirty="0"/>
          </a:p>
        </p:txBody>
      </p:sp>
      <p:sp>
        <p:nvSpPr>
          <p:cNvPr id="46" name="Shape 38"/>
          <p:cNvSpPr/>
          <p:nvPr/>
        </p:nvSpPr>
        <p:spPr>
          <a:xfrm>
            <a:off x="6217920" y="1865376"/>
            <a:ext cx="274320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217920" y="1865376"/>
            <a:ext cx="45720" cy="14081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6309360" y="1956816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048256"/>
            <a:ext cx="219456" cy="219456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803136" y="195681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9–12 — Admin Module</a:t>
            </a:r>
            <a:endParaRPr lang="en-US" sz="1000" dirty="0"/>
          </a:p>
        </p:txBody>
      </p:sp>
      <p:sp>
        <p:nvSpPr>
          <p:cNvPr id="51" name="Text 42"/>
          <p:cNvSpPr/>
          <p:nvPr/>
        </p:nvSpPr>
        <p:spPr>
          <a:xfrm>
            <a:off x="6327648" y="240487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/api/v1/admin/restaurants/{id}/approve  → 200</a:t>
            </a:r>
            <a:endParaRPr lang="en-US" sz="750" dirty="0"/>
          </a:p>
        </p:txBody>
      </p:sp>
      <p:sp>
        <p:nvSpPr>
          <p:cNvPr id="52" name="Text 43"/>
          <p:cNvSpPr/>
          <p:nvPr/>
        </p:nvSpPr>
        <p:spPr>
          <a:xfrm>
            <a:off x="6327648" y="261518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/api/v1/admin/restaurants/{id}/disable  → 200</a:t>
            </a:r>
            <a:endParaRPr lang="en-US" sz="750" dirty="0"/>
          </a:p>
        </p:txBody>
      </p:sp>
      <p:sp>
        <p:nvSpPr>
          <p:cNvPr id="53" name="Text 44"/>
          <p:cNvSpPr/>
          <p:nvPr/>
        </p:nvSpPr>
        <p:spPr>
          <a:xfrm>
            <a:off x="6327648" y="282549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/api/v1/admin/feedback                  → 200</a:t>
            </a:r>
            <a:endParaRPr lang="en-US" sz="750" dirty="0"/>
          </a:p>
        </p:txBody>
      </p:sp>
      <p:sp>
        <p:nvSpPr>
          <p:cNvPr id="54" name="Text 45"/>
          <p:cNvSpPr/>
          <p:nvPr/>
        </p:nvSpPr>
        <p:spPr>
          <a:xfrm>
            <a:off x="6327648" y="303580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/api/v1/admin/orders                    → 200</a:t>
            </a:r>
            <a:endParaRPr lang="en-US" sz="750" dirty="0"/>
          </a:p>
        </p:txBody>
      </p:sp>
      <p:sp>
        <p:nvSpPr>
          <p:cNvPr id="55" name="Shape 46"/>
          <p:cNvSpPr/>
          <p:nvPr/>
        </p:nvSpPr>
        <p:spPr>
          <a:xfrm>
            <a:off x="365760" y="3419856"/>
            <a:ext cx="274320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47"/>
          <p:cNvSpPr/>
          <p:nvPr/>
        </p:nvSpPr>
        <p:spPr>
          <a:xfrm>
            <a:off x="365760" y="3419856"/>
            <a:ext cx="45720" cy="14081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457200" y="3511296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5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3602736"/>
            <a:ext cx="219456" cy="219456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950976" y="351129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13–16 — User / Customer Module</a:t>
            </a:r>
            <a:endParaRPr lang="en-US" sz="1000" dirty="0"/>
          </a:p>
        </p:txBody>
      </p:sp>
      <p:sp>
        <p:nvSpPr>
          <p:cNvPr id="60" name="Text 50"/>
          <p:cNvSpPr/>
          <p:nvPr/>
        </p:nvSpPr>
        <p:spPr>
          <a:xfrm>
            <a:off x="475488" y="395935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/api/v1/users/register               → 201</a:t>
            </a:r>
            <a:endParaRPr lang="en-US" sz="750" dirty="0"/>
          </a:p>
        </p:txBody>
      </p:sp>
      <p:sp>
        <p:nvSpPr>
          <p:cNvPr id="61" name="Text 51"/>
          <p:cNvSpPr/>
          <p:nvPr/>
        </p:nvSpPr>
        <p:spPr>
          <a:xfrm>
            <a:off x="475488" y="416966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/api/v1/restaurants/search?name=     → 200</a:t>
            </a:r>
            <a:endParaRPr lang="en-US" sz="750" dirty="0"/>
          </a:p>
        </p:txBody>
      </p:sp>
      <p:sp>
        <p:nvSpPr>
          <p:cNvPr id="62" name="Text 52"/>
          <p:cNvSpPr/>
          <p:nvPr/>
        </p:nvSpPr>
        <p:spPr>
          <a:xfrm>
            <a:off x="475488" y="4379976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/api/v1/orders                       → 201</a:t>
            </a:r>
            <a:endParaRPr lang="en-US" sz="750" dirty="0"/>
          </a:p>
        </p:txBody>
      </p:sp>
      <p:sp>
        <p:nvSpPr>
          <p:cNvPr id="63" name="Text 53"/>
          <p:cNvSpPr/>
          <p:nvPr/>
        </p:nvSpPr>
        <p:spPr>
          <a:xfrm>
            <a:off x="475488" y="459028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/api/v1/ratings                      → 201</a:t>
            </a:r>
            <a:endParaRPr lang="en-US" sz="750" dirty="0"/>
          </a:p>
        </p:txBody>
      </p:sp>
      <p:sp>
        <p:nvSpPr>
          <p:cNvPr id="64" name="Shape 54"/>
          <p:cNvSpPr/>
          <p:nvPr/>
        </p:nvSpPr>
        <p:spPr>
          <a:xfrm>
            <a:off x="3291840" y="3419856"/>
            <a:ext cx="274320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5" name="Shape 55"/>
          <p:cNvSpPr/>
          <p:nvPr/>
        </p:nvSpPr>
        <p:spPr>
          <a:xfrm>
            <a:off x="3291840" y="3419856"/>
            <a:ext cx="45720" cy="140817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66" name="Shape 56"/>
          <p:cNvSpPr/>
          <p:nvPr/>
        </p:nvSpPr>
        <p:spPr>
          <a:xfrm>
            <a:off x="3383280" y="3511296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6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4720" y="3602736"/>
            <a:ext cx="219456" cy="219456"/>
          </a:xfrm>
          <a:prstGeom prst="rect">
            <a:avLst/>
          </a:prstGeom>
        </p:spPr>
      </p:pic>
      <p:sp>
        <p:nvSpPr>
          <p:cNvPr id="68" name="Text 57"/>
          <p:cNvSpPr/>
          <p:nvPr/>
        </p:nvSpPr>
        <p:spPr>
          <a:xfrm>
            <a:off x="3877056" y="351129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17–18 — Order Module</a:t>
            </a:r>
            <a:endParaRPr lang="en-US" sz="1000" dirty="0"/>
          </a:p>
        </p:txBody>
      </p:sp>
      <p:sp>
        <p:nvSpPr>
          <p:cNvPr id="69" name="Text 58"/>
          <p:cNvSpPr/>
          <p:nvPr/>
        </p:nvSpPr>
        <p:spPr>
          <a:xfrm>
            <a:off x="3401568" y="395935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/api/v1/restaurants/{id}/orders      → 200</a:t>
            </a:r>
            <a:endParaRPr lang="en-US" sz="750" dirty="0"/>
          </a:p>
        </p:txBody>
      </p:sp>
      <p:sp>
        <p:nvSpPr>
          <p:cNvPr id="70" name="Text 59"/>
          <p:cNvSpPr/>
          <p:nvPr/>
        </p:nvSpPr>
        <p:spPr>
          <a:xfrm>
            <a:off x="3401568" y="4169664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/api/v1/users/{id}/orders            → 200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Flask Backend &amp; Automated Test Details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structure · test_foodie.py (18 functions) · foodie.robot (18 test cases)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25146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804672"/>
            <a:ext cx="251460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8778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Flask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161288"/>
            <a:ext cx="224028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61872"/>
            <a:ext cx="2240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261872"/>
            <a:ext cx="45720" cy="5852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2984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15179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restaurants{}, dishes{}, users{}, orders{}, ratings{} — Python dicts. No database needed.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1920240"/>
            <a:ext cx="2240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1920240"/>
            <a:ext cx="45720" cy="58521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1956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Counters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int counters auto-increment each new resource ID for all 5 modules.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2578608"/>
            <a:ext cx="2240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2578608"/>
            <a:ext cx="45720" cy="5852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6151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Route Handlers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@app.route decorators. Each validates input, updates dict, returns jsonify response.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" y="3236976"/>
            <a:ext cx="2240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236976"/>
            <a:ext cx="45720" cy="58521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2735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missing fields, 404 not found, 201 created, 200 updated. Consistent across all routes.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3895344"/>
            <a:ext cx="22402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3895344"/>
            <a:ext cx="45720" cy="5852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9319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Server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" y="4151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app.py → starts at http://127.0.0.1:5000 in debug mode.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044952" y="804672"/>
            <a:ext cx="2651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044952" y="804672"/>
            <a:ext cx="265176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82112" y="8778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test_foodie.py  (Pytest)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182112" y="1161288"/>
            <a:ext cx="237744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82112" y="1261872"/>
            <a:ext cx="2377440" cy="17373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55264" y="127101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test_1_register_restaurant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120640" y="1271016"/>
            <a:ext cx="384048" cy="1554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127101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182112" y="1444752"/>
            <a:ext cx="2377440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55264" y="145389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test_2_update_restaurant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120640" y="1453896"/>
            <a:ext cx="384048" cy="155448"/>
          </a:xfrm>
          <a:prstGeom prst="rect">
            <a:avLst/>
          </a:prstGeom>
          <a:solidFill>
            <a:srgbClr val="2C4F7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145389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182112" y="1627632"/>
            <a:ext cx="2377440" cy="17373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55264" y="163677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test_3_disable_restaurant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120640" y="1636776"/>
            <a:ext cx="384048" cy="155448"/>
          </a:xfrm>
          <a:prstGeom prst="rect">
            <a:avLst/>
          </a:prstGeom>
          <a:solidFill>
            <a:srgbClr val="2C4F7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0" y="163677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182112" y="1810512"/>
            <a:ext cx="2377440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55264" y="181965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test_4_view_restaurant_profile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120640" y="1819656"/>
            <a:ext cx="384048" cy="155448"/>
          </a:xfrm>
          <a:prstGeom prst="rect">
            <a:avLst/>
          </a:prstGeom>
          <a:solidFill>
            <a:srgbClr val="2C4F7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0" y="181965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182112" y="1993392"/>
            <a:ext cx="2377440" cy="17373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55264" y="200253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test_5_add_dish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120640" y="2002536"/>
            <a:ext cx="384048" cy="1554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20640" y="200253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182112" y="2176272"/>
            <a:ext cx="2377440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55264" y="218541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test_6_update_dish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120640" y="2185416"/>
            <a:ext cx="384048" cy="155448"/>
          </a:xfrm>
          <a:prstGeom prst="rect">
            <a:avLst/>
          </a:prstGeom>
          <a:solidFill>
            <a:srgbClr val="2C4F7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20640" y="218541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82112" y="2359152"/>
            <a:ext cx="2377440" cy="17373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55264" y="236829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test_7_enable_disable_dish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120640" y="2368296"/>
            <a:ext cx="384048" cy="155448"/>
          </a:xfrm>
          <a:prstGeom prst="rect">
            <a:avLst/>
          </a:prstGeom>
          <a:solidFill>
            <a:srgbClr val="2C4F7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20640" y="236829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182112" y="2542032"/>
            <a:ext cx="2377440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55264" y="255117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test_8_delete_dish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120640" y="2551176"/>
            <a:ext cx="384048" cy="155448"/>
          </a:xfrm>
          <a:prstGeom prst="rect">
            <a:avLst/>
          </a:prstGeom>
          <a:solidFill>
            <a:srgbClr val="2C4F7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0640" y="255117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182112" y="2724912"/>
            <a:ext cx="2377440" cy="17373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55264" y="273405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test_9_approve_restaurant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120640" y="2734056"/>
            <a:ext cx="384048" cy="155448"/>
          </a:xfrm>
          <a:prstGeom prst="rect">
            <a:avLst/>
          </a:prstGeom>
          <a:solidFill>
            <a:srgbClr val="2C4F7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20640" y="273405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182112" y="2907792"/>
            <a:ext cx="2377440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55264" y="291693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test_10_admin_disable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120640" y="2916936"/>
            <a:ext cx="384048" cy="155448"/>
          </a:xfrm>
          <a:prstGeom prst="rect">
            <a:avLst/>
          </a:prstGeom>
          <a:solidFill>
            <a:srgbClr val="2C4F7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20640" y="291693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182112" y="3090672"/>
            <a:ext cx="2377440" cy="17373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55264" y="309981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test_11_view_feedback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5120640" y="3099816"/>
            <a:ext cx="384048" cy="155448"/>
          </a:xfrm>
          <a:prstGeom prst="rect">
            <a:avLst/>
          </a:prstGeom>
          <a:solidFill>
            <a:srgbClr val="2C4F7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20640" y="309981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182112" y="3273552"/>
            <a:ext cx="2377440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255264" y="328269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test_12_view_orders_status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5120640" y="3282696"/>
            <a:ext cx="384048" cy="155448"/>
          </a:xfrm>
          <a:prstGeom prst="rect">
            <a:avLst/>
          </a:prstGeom>
          <a:solidFill>
            <a:srgbClr val="2C4F7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20640" y="328269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3182112" y="3456432"/>
            <a:ext cx="2377440" cy="17373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255264" y="346557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test_13_user_registration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120640" y="3465576"/>
            <a:ext cx="384048" cy="1554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20640" y="346557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3182112" y="3639312"/>
            <a:ext cx="2377440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55264" y="364845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test_14_search_restaurants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5120640" y="3648456"/>
            <a:ext cx="384048" cy="155448"/>
          </a:xfrm>
          <a:prstGeom prst="rect">
            <a:avLst/>
          </a:prstGeom>
          <a:solidFill>
            <a:srgbClr val="2C4F7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120640" y="364845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3182112" y="3822192"/>
            <a:ext cx="2377440" cy="17373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255264" y="383133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test_15_place_order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5120640" y="3831336"/>
            <a:ext cx="384048" cy="1554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120640" y="383133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182112" y="4005072"/>
            <a:ext cx="2377440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255264" y="401421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test_16_give_rating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5120640" y="4014216"/>
            <a:ext cx="384048" cy="1554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120640" y="401421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3182112" y="4187952"/>
            <a:ext cx="2377440" cy="17373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255264" y="419709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test_17_orders_by_restaurant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5120640" y="4197096"/>
            <a:ext cx="384048" cy="155448"/>
          </a:xfrm>
          <a:prstGeom prst="rect">
            <a:avLst/>
          </a:prstGeom>
          <a:solidFill>
            <a:srgbClr val="2C4F7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120640" y="419709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3182112" y="4370832"/>
            <a:ext cx="2377440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255264" y="4379976"/>
            <a:ext cx="1920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test_18_orders_by_user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5120640" y="4379976"/>
            <a:ext cx="384048" cy="155448"/>
          </a:xfrm>
          <a:prstGeom prst="rect">
            <a:avLst/>
          </a:prstGeom>
          <a:solidFill>
            <a:srgbClr val="2C4F7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120640" y="4379976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5852160" y="804672"/>
            <a:ext cx="2926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5852160" y="804672"/>
            <a:ext cx="292608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989320" y="8778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foodie.robot  (Robot FW)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5989320" y="1161288"/>
            <a:ext cx="265176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989320" y="1261872"/>
            <a:ext cx="2651760" cy="17373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989320" y="1261872"/>
            <a:ext cx="36576" cy="1737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062472" y="127101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Register Restaurant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5989320" y="1444752"/>
            <a:ext cx="2651760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989320" y="1444752"/>
            <a:ext cx="36576" cy="1737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062472" y="145389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Update Restaurant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5989320" y="1627632"/>
            <a:ext cx="2651760" cy="17373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989320" y="1627632"/>
            <a:ext cx="36576" cy="1737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062472" y="163677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Disable Restaurant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5989320" y="1810512"/>
            <a:ext cx="2651760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989320" y="1810512"/>
            <a:ext cx="36576" cy="1737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062472" y="181965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View Restaurant Profile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5989320" y="1993392"/>
            <a:ext cx="2651760" cy="17373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989320" y="1993392"/>
            <a:ext cx="36576" cy="1737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062472" y="200253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Add Dish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5989320" y="2176272"/>
            <a:ext cx="2651760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989320" y="2176272"/>
            <a:ext cx="36576" cy="1737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062472" y="218541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Update Dish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5989320" y="2359152"/>
            <a:ext cx="2651760" cy="17373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989320" y="2359152"/>
            <a:ext cx="36576" cy="1737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062472" y="236829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Enable Disable Dish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5989320" y="2542032"/>
            <a:ext cx="2651760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989320" y="2542032"/>
            <a:ext cx="36576" cy="1737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062472" y="255117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Delete Dish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5989320" y="2724912"/>
            <a:ext cx="2651760" cy="17373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989320" y="2724912"/>
            <a:ext cx="36576" cy="1737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062472" y="273405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Approve Restaurant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5989320" y="2907792"/>
            <a:ext cx="2651760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989320" y="2907792"/>
            <a:ext cx="36576" cy="1737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062472" y="291693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Admin Disable Restaurant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5989320" y="3090672"/>
            <a:ext cx="2651760" cy="17373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989320" y="3090672"/>
            <a:ext cx="36576" cy="1737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062472" y="309981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View Feedback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5989320" y="3273552"/>
            <a:ext cx="2651760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989320" y="3273552"/>
            <a:ext cx="36576" cy="1737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062472" y="328269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View Order Status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5989320" y="3456432"/>
            <a:ext cx="2651760" cy="17373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989320" y="3456432"/>
            <a:ext cx="36576" cy="1737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062472" y="346557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User Registration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5989320" y="3639312"/>
            <a:ext cx="2651760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989320" y="3639312"/>
            <a:ext cx="36576" cy="1737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6062472" y="364845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Search Restaurants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5989320" y="3822192"/>
            <a:ext cx="2651760" cy="17373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989320" y="3822192"/>
            <a:ext cx="36576" cy="1737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062472" y="383133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Place Order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5989320" y="4005072"/>
            <a:ext cx="2651760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89320" y="4005072"/>
            <a:ext cx="36576" cy="1737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062472" y="401421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Give Rating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5989320" y="4187952"/>
            <a:ext cx="2651760" cy="17373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89320" y="4187952"/>
            <a:ext cx="36576" cy="1737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6062472" y="419709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View Orders By Restaurant</a:t>
            </a:r>
            <a:endParaRPr lang="en-US" sz="750" dirty="0"/>
          </a:p>
        </p:txBody>
      </p:sp>
      <p:sp>
        <p:nvSpPr>
          <p:cNvPr id="163" name="Shape 161"/>
          <p:cNvSpPr/>
          <p:nvPr/>
        </p:nvSpPr>
        <p:spPr>
          <a:xfrm>
            <a:off x="5989320" y="4370832"/>
            <a:ext cx="2651760" cy="1737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89320" y="4370832"/>
            <a:ext cx="36576" cy="17373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062472" y="4379976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View Orders By User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Postman  |  Restaurant Module  —  API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 /api/v1/restaurants  →  201  |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0743" y="74349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1133856"/>
            <a:ext cx="39319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03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Module  ·  APIs 1–4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-4354" y="694944"/>
            <a:ext cx="69929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6967" y="68580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" y="698427"/>
            <a:ext cx="2971800" cy="31089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713232" y="6797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/api/v1/restaurants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84832" y="706918"/>
            <a:ext cx="1097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31126" y="698427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Status: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18688" y="711164"/>
            <a:ext cx="45720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77757" y="70691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2304288"/>
            <a:ext cx="45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restaurant with name, category, location, contact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26080"/>
            <a:ext cx="365760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26080"/>
            <a:ext cx="36576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in Postman: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returns 201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contains expected JSON 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/ params are correctly structured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cases: send missing fields → expect 400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1133856"/>
            <a:ext cx="4315968" cy="3675888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133856"/>
            <a:ext cx="4315968" cy="502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225296"/>
            <a:ext cx="4133088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261872"/>
            <a:ext cx="3511296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126187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1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1517904"/>
            <a:ext cx="413308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4352544"/>
            <a:ext cx="4315968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3708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1: POST /api/v1/restaurants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90288" y="45902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request body · response JSON · status 201 · response time</a:t>
            </a:r>
            <a:endParaRPr lang="en-US" sz="7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9D99A95-F484-D6BD-D7E0-6CCF6DB2C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" y="1066364"/>
            <a:ext cx="9015113" cy="38720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Postman  |  Restaurant Module  —  API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 /</a:t>
            </a:r>
            <a:r>
              <a:rPr lang="en-US" sz="1000" i="1" dirty="0" err="1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/v1/restaurants/{id}  →  200  |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1133856"/>
            <a:ext cx="39319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Module  ·  APIs 1–4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" y="731520"/>
            <a:ext cx="658368" cy="31089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111" y="722376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07008" y="1554480"/>
            <a:ext cx="2971800" cy="31089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731955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/api/v1/restaurants/{id}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Status: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304288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304288"/>
            <a:ext cx="45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restaurant name or location fields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2926080"/>
            <a:ext cx="36576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in Postman: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returns 200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contains expected JSON 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/ params are correctly structured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cases: send missing fields → expect 400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1133856"/>
            <a:ext cx="4315968" cy="3675888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133856"/>
            <a:ext cx="4315968" cy="5029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225296"/>
            <a:ext cx="4133088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261872"/>
            <a:ext cx="3511296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126187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2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254496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4352544"/>
            <a:ext cx="4315968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3708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2: PUT /api/v1/restaurants/{id}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90288" y="45902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request body · response JSON · status 200 · response time</a:t>
            </a:r>
            <a:endParaRPr lang="en-US" sz="75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238F1E96-334B-8D01-F52C-4347A3E75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1105989"/>
            <a:ext cx="9029048" cy="37723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Postman  |  Restaurant Module  —  API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 /api/v1/restaurants/{id}/disable  →  200  |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 Postman: send this request → screenshot the response panel → paste below  |  Badge colour: POST=Navy  PUT=Gold  GET=Green  DELETE=Red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133856"/>
            <a:ext cx="39319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33856"/>
            <a:ext cx="39319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07008"/>
            <a:ext cx="3657600" cy="2743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Module  ·  APIs 1–4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07008" y="1554480"/>
            <a:ext cx="2971800" cy="31089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15544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/api/v1/restaurants/{id}/disable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Status: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304288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304288"/>
            <a:ext cx="45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restaurant — sets active=False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26080"/>
            <a:ext cx="365760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26080"/>
            <a:ext cx="36576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in Postman: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returns 200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contains expected JSON 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/ params are correctly structured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cases: send missing fields → expect 400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1133856"/>
            <a:ext cx="4315968" cy="3675888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133856"/>
            <a:ext cx="4315968" cy="5029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225296"/>
            <a:ext cx="4133088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261872"/>
            <a:ext cx="3511296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126187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3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1517904"/>
            <a:ext cx="413308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4352544"/>
            <a:ext cx="4315968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3708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3: PUT /api/v1/restaurants/{id}/disable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90288" y="45902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request body · response JSON · status 200 · response time</a:t>
            </a:r>
            <a:endParaRPr lang="en-US" sz="7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69C1C5B-9EFC-2F86-330F-06EF4ECA6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5" y="772668"/>
            <a:ext cx="9041238" cy="416509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Postman  |  Restaurant Module  —  API 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/api/v1/restaurants/{id}  →  200  |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 Postman: send this request → screenshot the response panel → paste below  |  Badge colour: POST=Navy  PUT=Gold  GET=Green  DELETE=Red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133856"/>
            <a:ext cx="39319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33856"/>
            <a:ext cx="39319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07008"/>
            <a:ext cx="3657600" cy="2743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Module  ·  APIs 1–4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07008" y="1554480"/>
            <a:ext cx="2971800" cy="31089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15544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/api/v1/restaurants/{id}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Status: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304288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304288"/>
            <a:ext cx="45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full restaurant profile by ID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26080"/>
            <a:ext cx="365760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26080"/>
            <a:ext cx="36576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in Postman: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returns 200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contains expected JSON 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/ params are correctly structured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cases: send missing fields → expect 400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1133856"/>
            <a:ext cx="4315968" cy="3675888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133856"/>
            <a:ext cx="4315968" cy="5029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225296"/>
            <a:ext cx="4133088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261872"/>
            <a:ext cx="3511296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126187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4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1517904"/>
            <a:ext cx="413308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4352544"/>
            <a:ext cx="4315968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3708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4: GET /api/v1/restaurants/{id}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90288" y="45902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request body · response JSON · status 200 · response time</a:t>
            </a:r>
            <a:endParaRPr lang="en-US" sz="7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89026B63-8BA8-8B0C-3AFA-B8A8A1D29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35" y="740664"/>
            <a:ext cx="8890854" cy="416661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Postman  |  Dish Module  —  API 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 /api/v1/restaurants/{id}/dishes  →  201  |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 Postman: send this request → screenshot the response panel → paste below  |  Badge colour: POST=Navy  PUT=Gold  GET=Green  DELETE=Red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133856"/>
            <a:ext cx="39319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33856"/>
            <a:ext cx="39319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07008"/>
            <a:ext cx="3657600" cy="2743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Module  ·  APIs 5–8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07008" y="1554480"/>
            <a:ext cx="2971800" cy="31089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15544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/api/v1/restaurants/{id}/dishes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Status: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304288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304288"/>
            <a:ext cx="45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dish to restaurant with name, price, available_time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26080"/>
            <a:ext cx="365760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26080"/>
            <a:ext cx="36576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in Postman: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returns 201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contains expected JSON 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/ params are correctly structured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cases: send missing fields → expect 400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1133856"/>
            <a:ext cx="4315968" cy="3675888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133856"/>
            <a:ext cx="4315968" cy="502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225296"/>
            <a:ext cx="4133088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261872"/>
            <a:ext cx="3511296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126187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5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1517904"/>
            <a:ext cx="413308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4352544"/>
            <a:ext cx="4315968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3708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5: POST /api/v1/restaurants/{id}/dishes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90288" y="45902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request body · response JSON · status 201 · response time</a:t>
            </a:r>
            <a:endParaRPr lang="en-US" sz="7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2DBF7C64-5D09-8FC8-C90D-50AD50D38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" y="717368"/>
            <a:ext cx="9006405" cy="420732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Postman  |  Dish Module  —  API 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 /api/v1/dishes/{id}  →  200  |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 Postman: send this request → screenshot the response panel → paste below  |  Badge colour: POST=Navy  PUT=Gold  GET=Green  DELETE=Red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133856"/>
            <a:ext cx="39319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33856"/>
            <a:ext cx="39319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07008"/>
            <a:ext cx="3657600" cy="2743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Module  ·  APIs 5–8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07008" y="1554480"/>
            <a:ext cx="2971800" cy="31089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15544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/api/v1/dishes/{id}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Status: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304288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304288"/>
            <a:ext cx="45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dish name or price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26080"/>
            <a:ext cx="365760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26080"/>
            <a:ext cx="36576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in Postman: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returns 200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contains expected JSON 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/ params are correctly structured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cases: send missing fields → expect 400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1133856"/>
            <a:ext cx="4315968" cy="3675888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133856"/>
            <a:ext cx="4315968" cy="5029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225296"/>
            <a:ext cx="4133088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261872"/>
            <a:ext cx="3511296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126187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6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1517904"/>
            <a:ext cx="413308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4352544"/>
            <a:ext cx="4315968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3708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6: PUT /api/v1/dishes/{id}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90288" y="45902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request body · response JSON · status 200 · response time</a:t>
            </a:r>
            <a:endParaRPr lang="en-US" sz="7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028A6575-9C9F-A6DA-BEC6-17B35DB1E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7" y="733621"/>
            <a:ext cx="8983110" cy="419543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Postman  |  Dish Module  —  API 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 /api/v1/dishes/{id}/status  →  200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 Postman: send this request → screenshot the response panel → paste below  |  Badge colour: POST=Navy  PUT=Gold  GET=Green  DELETE=Red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133856"/>
            <a:ext cx="39319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33856"/>
            <a:ext cx="39319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07008"/>
            <a:ext cx="3657600" cy="2743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Module  ·  APIs 5–8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07008" y="1554480"/>
            <a:ext cx="2971800" cy="31089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15544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/api/v1/dishes/{id}/status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Status: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304288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304288"/>
            <a:ext cx="45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or disable dish with {enabled: true/false}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26080"/>
            <a:ext cx="365760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26080"/>
            <a:ext cx="36576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in Postman: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returns 200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contains expected JSON 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/ params are correctly structured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cases: send missing fields → expect 400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1133856"/>
            <a:ext cx="4315968" cy="3675888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133856"/>
            <a:ext cx="4315968" cy="5029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225296"/>
            <a:ext cx="4133088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261872"/>
            <a:ext cx="3511296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126187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7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1517904"/>
            <a:ext cx="413308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4352544"/>
            <a:ext cx="4315968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3708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7: PUT /api/v1/dishes/{id}/status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90288" y="45902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request body · response JSON · status 200 · response time</a:t>
            </a:r>
            <a:endParaRPr lang="en-US" sz="7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21283E0D-94E4-965A-7876-D75920FFD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" y="728373"/>
            <a:ext cx="9055608" cy="419632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Postman  |  Dish Module  —  API 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 /api/v1/dishes/{id}  →  200  |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 Postman: send this request → screenshot the response panel → paste below  |  Badge colour: POST=Navy  PUT=Gold  GET=Green  DELETE=Red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133856"/>
            <a:ext cx="39319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33856"/>
            <a:ext cx="39319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07008"/>
            <a:ext cx="3657600" cy="2743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Module  ·  APIs 5–8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07008" y="1554480"/>
            <a:ext cx="2971800" cy="31089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15544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/api/v1/dishes/{id}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Status: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304288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304288"/>
            <a:ext cx="45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remove dish from the system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26080"/>
            <a:ext cx="365760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26080"/>
            <a:ext cx="36576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in Postman: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returns 200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contains expected JSON 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/ params are correctly structured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cases: send missing fields → expect 400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1133856"/>
            <a:ext cx="4315968" cy="3675888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133856"/>
            <a:ext cx="4315968" cy="5029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225296"/>
            <a:ext cx="4133088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261872"/>
            <a:ext cx="3511296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126187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8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1517904"/>
            <a:ext cx="413308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4352544"/>
            <a:ext cx="4315968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3708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8: DELETE /api/v1/dishes/{id}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90288" y="45902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request body · response JSON · status 200 · response time</a:t>
            </a:r>
            <a:endParaRPr lang="en-US" sz="7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2774254E-0D8C-2852-C368-86FB8E084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" y="758952"/>
            <a:ext cx="9019467" cy="418316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Postman  |  Admin Module  —  API 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 /api/v1/admin/restaurants/{id}/approve  →  200  |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 Postman: send this request → screenshot the response panel → paste below  |  Badge colour: POST=Navy  PUT=Gold  GET=Green  DELETE=Red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133856"/>
            <a:ext cx="39319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33856"/>
            <a:ext cx="39319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07008"/>
            <a:ext cx="3657600" cy="2743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  ·  APIs 9–12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07008" y="1554480"/>
            <a:ext cx="2971800" cy="31089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15544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/api/v1/admin/restaurants/{id}/approve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Status: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304288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304288"/>
            <a:ext cx="45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restaurant — sets approved=True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26080"/>
            <a:ext cx="365760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26080"/>
            <a:ext cx="36576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in Postman: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returns 200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contains expected JSON 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/ params are correctly structured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cases: send missing fields → expect 400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1133856"/>
            <a:ext cx="4315968" cy="3675888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133856"/>
            <a:ext cx="4315968" cy="5029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225296"/>
            <a:ext cx="4133088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261872"/>
            <a:ext cx="3511296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126187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9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1517904"/>
            <a:ext cx="413308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4352544"/>
            <a:ext cx="4315968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3708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9: PUT /api/v1/admin/restaurants/{id}/approve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90288" y="45902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request body · response JSON · status 200 · response time</a:t>
            </a:r>
            <a:endParaRPr lang="en-US" sz="7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8BB6B03-086F-C620-A854-C9263EE6E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1" y="754871"/>
            <a:ext cx="8900135" cy="419159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Postman  |  Admin Module  —  API 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 /api/v1/admin/restaurants/{id}/disable  →  200  |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 Postman: send this request → screenshot the response panel → paste below  |  Badge colour: POST=Navy  PUT=Gold  GET=Green  DELETE=Red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133856"/>
            <a:ext cx="39319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33856"/>
            <a:ext cx="39319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07008"/>
            <a:ext cx="3657600" cy="2743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  ·  APIs 9–12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07008" y="1554480"/>
            <a:ext cx="2971800" cy="31089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15544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/api/v1/admin/restaurants/{id}/disable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Status: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304288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304288"/>
            <a:ext cx="45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force-disables any restaurant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26080"/>
            <a:ext cx="365760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26080"/>
            <a:ext cx="36576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in Postman: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returns 200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contains expected JSON 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/ params are correctly structured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cases: send missing fields → expect 400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1133856"/>
            <a:ext cx="4315968" cy="3675888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133856"/>
            <a:ext cx="4315968" cy="5029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225296"/>
            <a:ext cx="4133088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261872"/>
            <a:ext cx="3511296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126187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10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1517904"/>
            <a:ext cx="413308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4352544"/>
            <a:ext cx="4315968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3708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10: PUT /api/v1/admin/restaurants/{id}/disable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90288" y="45902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request body · response JSON · status 200 · response time</a:t>
            </a:r>
            <a:endParaRPr lang="en-US" sz="7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F7868718-E03B-9776-8C26-7594C91B0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9" y="760832"/>
            <a:ext cx="8950670" cy="414209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Postman  |  Admin Module  —  API 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/api/v1/admin/feedback  →  200  |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 Postman: send this request → screenshot the response panel → paste below  |  Badge colour: POST=Navy  PUT=Gold  GET=Green  DELETE=Red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133856"/>
            <a:ext cx="39319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33856"/>
            <a:ext cx="39319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07008"/>
            <a:ext cx="3657600" cy="2743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  ·  APIs 9–12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07008" y="1554480"/>
            <a:ext cx="2971800" cy="31089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15544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/api/v1/admin/feedback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Status: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304288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304288"/>
            <a:ext cx="45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customer ratings and comments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26080"/>
            <a:ext cx="365760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26080"/>
            <a:ext cx="36576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in Postman: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returns 200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contains expected JSON 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/ params are correctly structured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cases: send missing fields → expect 400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1133856"/>
            <a:ext cx="4315968" cy="3675888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133856"/>
            <a:ext cx="4315968" cy="5029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225296"/>
            <a:ext cx="4133088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261872"/>
            <a:ext cx="3511296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126187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11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1517904"/>
            <a:ext cx="413308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4352544"/>
            <a:ext cx="4315968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3708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11: GET /api/v1/admin/feedback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90288" y="45902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request body · response JSON · status 200 · response time</a:t>
            </a:r>
            <a:endParaRPr lang="en-US" sz="7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D201FE3D-C627-AA99-98F4-2337A1567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" y="739467"/>
            <a:ext cx="9019468" cy="4202647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Postman  |  Admin Module  —  API 12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/api/v1/admin/orders  →  200  |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 Postman: send this request → screenshot the response panel → paste below  |  Badge colour: POST=Navy  PUT=Gold  GET=Green  DELETE=Red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133856"/>
            <a:ext cx="39319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33856"/>
            <a:ext cx="39319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07008"/>
            <a:ext cx="3657600" cy="2743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  ·  APIs 9–12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07008" y="1554480"/>
            <a:ext cx="2971800" cy="31089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15544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/api/v1/admin/orders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Status: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304288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304288"/>
            <a:ext cx="45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orders in the system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26080"/>
            <a:ext cx="365760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26080"/>
            <a:ext cx="36576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in Postman: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returns 200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contains expected JSON 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/ params are correctly structured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cases: send missing fields → expect 400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1133856"/>
            <a:ext cx="4315968" cy="3675888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133856"/>
            <a:ext cx="4315968" cy="5029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225296"/>
            <a:ext cx="4133088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261872"/>
            <a:ext cx="3511296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126187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12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1517904"/>
            <a:ext cx="413308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4352544"/>
            <a:ext cx="4315968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3708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12: GET /api/v1/admin/orders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90288" y="45902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request body · response JSON · status 200 · response time</a:t>
            </a:r>
            <a:endParaRPr lang="en-US" sz="7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3A4625E-D5B7-8C1B-43A9-66078DF8F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" y="721205"/>
            <a:ext cx="9025368" cy="420349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Postman  |  User / Customer Module  —  API 13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 /api/v1/users/register  →  201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 Postman: send this request → screenshot the response panel → paste below  |  Badge colour: POST=Navy  PUT=Gold  GET=Green  DELETE=Red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133856"/>
            <a:ext cx="39319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33856"/>
            <a:ext cx="39319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07008"/>
            <a:ext cx="3657600" cy="2743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Customer Module  ·  APIs 13–16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07008" y="1554480"/>
            <a:ext cx="2971800" cy="31089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15544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/api/v1/users/register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Status: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304288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304288"/>
            <a:ext cx="45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customer with name, email, password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26080"/>
            <a:ext cx="365760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26080"/>
            <a:ext cx="36576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in Postman: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returns 201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contains expected JSON 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/ params are correctly structured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cases: send missing fields → expect 400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1133856"/>
            <a:ext cx="4315968" cy="3675888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133856"/>
            <a:ext cx="4315968" cy="502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225296"/>
            <a:ext cx="4133088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261872"/>
            <a:ext cx="3511296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126187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13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1517904"/>
            <a:ext cx="413308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4352544"/>
            <a:ext cx="4315968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3708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13: POST /api/v1/users/register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90288" y="45902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request body · response JSON · status 201 · response time</a:t>
            </a:r>
            <a:endParaRPr lang="en-US" sz="7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A0103E6-CE25-2311-B0B2-F69A0D5D0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25" y="766466"/>
            <a:ext cx="8944744" cy="417564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Postman  |  User / Customer Module  —  API 14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/api/v1/restaurants/search?name=Food  →  200  |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 Postman: send this request → screenshot the response panel → paste below  |  Badge colour: POST=Navy  PUT=Gold  GET=Green  DELETE=Red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133856"/>
            <a:ext cx="39319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33856"/>
            <a:ext cx="39319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07008"/>
            <a:ext cx="3657600" cy="2743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Customer Module  ·  APIs 13–16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07008" y="1554480"/>
            <a:ext cx="2971800" cy="31089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15544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/api/v1/restaurants/search?name=Food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Status: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304288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304288"/>
            <a:ext cx="45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restaurants by name query parameter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26080"/>
            <a:ext cx="365760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26080"/>
            <a:ext cx="36576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in Postman: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returns 200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contains expected JSON 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/ params are correctly structured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cases: send missing fields → expect 400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1133856"/>
            <a:ext cx="4315968" cy="3675888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133856"/>
            <a:ext cx="4315968" cy="5029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225296"/>
            <a:ext cx="4133088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261872"/>
            <a:ext cx="3511296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126187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14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1517904"/>
            <a:ext cx="413308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4352544"/>
            <a:ext cx="4315968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3708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14: GET /api/v1/restaurants/search?name=Food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90288" y="45902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request body · response JSON · status 200 · response time</a:t>
            </a:r>
            <a:endParaRPr lang="en-US" sz="7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FAAFD139-8307-6AD4-EE7A-5E9474375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" y="737615"/>
            <a:ext cx="9045593" cy="420885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8288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Postman  |  User / Customer Module  —  API 15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 /api/v1/orders  →  201  |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 Postman: send this request → screenshot the response panel → paste below  |  Badge colour: POST=Navy  PUT=Gold  GET=Green  DELETE=Red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133856"/>
            <a:ext cx="39319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33856"/>
            <a:ext cx="39319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07008"/>
            <a:ext cx="3657600" cy="2743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Customer Module  ·  APIs 13–16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07008" y="1554480"/>
            <a:ext cx="2971800" cy="31089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15544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/api/v1/orders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Status: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304288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304288"/>
            <a:ext cx="45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 with user_id, restaurant_id, dish name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26080"/>
            <a:ext cx="365760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26080"/>
            <a:ext cx="36576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in Postman: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returns 201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contains expected JSON 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/ params are correctly structured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cases: send missing fields → expect 400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1133856"/>
            <a:ext cx="4315968" cy="3675888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133856"/>
            <a:ext cx="4315968" cy="502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225296"/>
            <a:ext cx="4133088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261872"/>
            <a:ext cx="3511296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126187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15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1517904"/>
            <a:ext cx="413308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4352544"/>
            <a:ext cx="4315968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3708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15: POST /api/v1/orders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90288" y="45902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request body · response JSON · status 201 · response time</a:t>
            </a:r>
            <a:endParaRPr lang="en-US" sz="7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269919E2-7709-DBBC-1B43-9B27C61B6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43" y="737567"/>
            <a:ext cx="8894500" cy="415229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Postman  |  User / Customer Module  —  API 16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 /api/v1/ratings  →  200  |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 Postman: send this request → screenshot the response panel → paste below  |  Badge colour: POST=Navy  PUT=Gold  GET=Green  DELETE=Red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133856"/>
            <a:ext cx="39319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33856"/>
            <a:ext cx="39319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07008"/>
            <a:ext cx="3657600" cy="2743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Customer Module  ·  APIs 13–16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07008" y="1554480"/>
            <a:ext cx="2971800" cy="31089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15544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/api/v1/ratings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Status: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304288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304288"/>
            <a:ext cx="45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rating with order_id, rating value, comment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26080"/>
            <a:ext cx="365760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26080"/>
            <a:ext cx="36576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in Postman: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returns 201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contains expected JSON 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/ params are correctly structured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cases: send missing fields → expect 400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1133856"/>
            <a:ext cx="4315968" cy="3675888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133856"/>
            <a:ext cx="4315968" cy="502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225296"/>
            <a:ext cx="4133088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261872"/>
            <a:ext cx="3511296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126187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16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1517904"/>
            <a:ext cx="413308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4352544"/>
            <a:ext cx="4315968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3708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16: POST /api/v1/ratings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90288" y="45902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request body · response JSON · status 201 · response time</a:t>
            </a:r>
            <a:endParaRPr lang="en-US" sz="7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65C21980-985D-5512-DE8F-E88C49CAC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0" y="740664"/>
            <a:ext cx="9005316" cy="419709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Postman  |  Order Module  —  API 17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/api/v1/restaurants/{id}/orders  →  200  |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 Postman: send this request → screenshot the response panel → paste below  |  Badge colour: POST=Navy  PUT=Gold  GET=Green  DELETE=Red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133856"/>
            <a:ext cx="39319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33856"/>
            <a:ext cx="39319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07008"/>
            <a:ext cx="3657600" cy="2743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Module  ·  APIs 17–18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07008" y="1554480"/>
            <a:ext cx="2971800" cy="31089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15544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/api/v1/restaurants/{id}/orders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Status: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304288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304288"/>
            <a:ext cx="45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orders placed at a specific restaurant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26080"/>
            <a:ext cx="365760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26080"/>
            <a:ext cx="36576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in Postman: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returns 200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contains expected JSON 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/ params are correctly structured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cases: send missing fields → expect 400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1133856"/>
            <a:ext cx="4315968" cy="3675888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133856"/>
            <a:ext cx="4315968" cy="5029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225296"/>
            <a:ext cx="4133088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261872"/>
            <a:ext cx="3511296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126187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17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1517904"/>
            <a:ext cx="413308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4352544"/>
            <a:ext cx="4315968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3708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17: GET /api/v1/restaurants/{id}/orders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90288" y="45902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request body · response JSON · status 200 · response time</a:t>
            </a:r>
            <a:endParaRPr lang="en-US" sz="7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C0F4D4C8-43F5-F5BD-31F6-07AC124C6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1" y="737181"/>
            <a:ext cx="8963889" cy="417880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Postman  |  Order Module  —  API 18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/api/v1/users/{id}/orders  →  200  |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In Postman: send this request → screenshot the response panel → paste below  |  Badge colour: POST=Navy  PUT=Gold  GET=Green  DELETE=Red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133856"/>
            <a:ext cx="39319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33856"/>
            <a:ext cx="39319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207008"/>
            <a:ext cx="3657600" cy="2743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Module  ·  APIs 17–18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544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07008" y="1554480"/>
            <a:ext cx="2971800" cy="310896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155448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/api/v1/users/{id}/orders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Status: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27632" y="1938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304288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304288"/>
            <a:ext cx="4572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331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orders placed by a specific user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2926080"/>
            <a:ext cx="365760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26080"/>
            <a:ext cx="36576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9992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in Postman: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310128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returns 200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027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body contains expected JSON fields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/ params are correctly structured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242816"/>
            <a:ext cx="128016" cy="128016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cases: send missing fields → expect 400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1133856"/>
            <a:ext cx="4315968" cy="3675888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80560" y="1133856"/>
            <a:ext cx="4315968" cy="5029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225296"/>
            <a:ext cx="4133088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60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02352" y="1261872"/>
            <a:ext cx="3511296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1261872"/>
            <a:ext cx="34381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07808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18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0" y="1517904"/>
            <a:ext cx="4133088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54496" y="2542032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2542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4617720" y="34015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80560" y="4352544"/>
            <a:ext cx="4315968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437083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18: GET /api/v1/users/{id}/orders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90288" y="459028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request body · response JSON · status 200 · response time</a:t>
            </a:r>
            <a:endParaRPr lang="en-US" sz="75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099625D3-B34E-3FCD-A195-EB1692607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" y="740663"/>
            <a:ext cx="8954153" cy="415790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Robot Framework  |  Foodie API Log Report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 err="1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foodie.robot</a:t>
            </a: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execution log screenshot — shows all 18 test cases Status Should Be results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Run: robot robot_tests/foodie.robot → open reports/log.html → screenshot → paste below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133856"/>
            <a:ext cx="8412480" cy="3639312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33856"/>
            <a:ext cx="8412480" cy="502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225296"/>
            <a:ext cx="8229600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1261872"/>
            <a:ext cx="760780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1261872"/>
            <a:ext cx="7534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7589520" y="1207008"/>
            <a:ext cx="109728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foodie.robot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1517904"/>
            <a:ext cx="8229600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87952" y="2523744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87952" y="252374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02920" y="33832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4315968"/>
            <a:ext cx="8412480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334256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 — Foodie API Log Report (log.html)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4553712"/>
            <a:ext cx="8193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18 test cases · Create Session · Status Should Be · Pass/Fail per request · Timestamps</a:t>
            </a:r>
            <a:endParaRPr lang="en-US" sz="7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953629B-D891-779E-C30C-45C61D219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740663"/>
            <a:ext cx="8412481" cy="3853441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Pytest  |  Foodie API Log Report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test_foodie.py execution screenshot — shows all 18 pytest functions passed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2C4F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Run: pytest test_pytest/test_foodie.py -v → screenshot terminal or HTML report → paste below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133856"/>
            <a:ext cx="8412480" cy="3639312"/>
          </a:xfrm>
          <a:prstGeom prst="rect">
            <a:avLst/>
          </a:prstGeom>
          <a:solidFill>
            <a:srgbClr val="EBF0F6"/>
          </a:solidFill>
          <a:ln w="12700">
            <a:solidFill>
              <a:srgbClr val="2C4F7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133856"/>
            <a:ext cx="8412480" cy="50292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225296"/>
            <a:ext cx="8229600" cy="256032"/>
          </a:xfrm>
          <a:prstGeom prst="rect">
            <a:avLst/>
          </a:prstGeom>
          <a:solidFill>
            <a:srgbClr val="CDD8E4"/>
          </a:solidFill>
          <a:ln w="12700">
            <a:solidFill>
              <a:srgbClr val="B5C7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1280160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1280160"/>
            <a:ext cx="91440" cy="91440"/>
          </a:xfrm>
          <a:prstGeom prst="ellipse">
            <a:avLst/>
          </a:prstGeom>
          <a:solidFill>
            <a:srgbClr val="DDA544"/>
          </a:solidFill>
          <a:ln w="12700">
            <a:solidFill>
              <a:srgbClr val="DDA5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1280160"/>
            <a:ext cx="91440" cy="91440"/>
          </a:xfrm>
          <a:prstGeom prst="ellipse">
            <a:avLst/>
          </a:prstGeom>
          <a:solidFill>
            <a:srgbClr val="4AAD6B"/>
          </a:solidFill>
          <a:ln w="12700">
            <a:solidFill>
              <a:srgbClr val="4AAD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1261872"/>
            <a:ext cx="760780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1261872"/>
            <a:ext cx="7534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7589520" y="1207008"/>
            <a:ext cx="1097280" cy="18288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207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foodie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" y="1517904"/>
            <a:ext cx="8229600" cy="2779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87952" y="2523744"/>
            <a:ext cx="768096" cy="768096"/>
          </a:xfrm>
          <a:prstGeom prst="ellipse">
            <a:avLst/>
          </a:prstGeom>
          <a:solidFill>
            <a:srgbClr val="D4E2EE"/>
          </a:solidFill>
          <a:ln w="12700">
            <a:solidFill>
              <a:srgbClr val="AABF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87952" y="252374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02920" y="338328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actual screenshot 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4315968"/>
            <a:ext cx="8412480" cy="4572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334256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— Foodie API Test Log (test_foodie.py -v output)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4553712"/>
            <a:ext cx="8193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Shows: 18 test functions · PASSED status · response status code assertions · run duration</a:t>
            </a:r>
            <a:endParaRPr lang="en-US" sz="7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1130B86-0451-8519-A419-990EE2FF3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04673"/>
            <a:ext cx="8473440" cy="357530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7A5651-28E6-2108-4F5C-50EE4B003188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4E912D9-BE2B-2F5B-B780-4049335D56C0}"/>
              </a:ext>
            </a:extLst>
          </p:cNvPr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60187C-2BE2-F981-52E7-071B7FD0FAFF}"/>
              </a:ext>
            </a:extLst>
          </p:cNvPr>
          <p:cNvSpPr/>
          <p:nvPr/>
        </p:nvSpPr>
        <p:spPr>
          <a:xfrm>
            <a:off x="201168" y="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Challenges Faced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9E86D5-6228-BE9D-2EF2-0FADC52F8580}"/>
              </a:ext>
            </a:extLst>
          </p:cNvPr>
          <p:cNvSpPr/>
          <p:nvPr/>
        </p:nvSpPr>
        <p:spPr>
          <a:xfrm>
            <a:off x="201168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we encountered and how we solved them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3B0B739-A891-28ED-D529-A4D65880E82A}"/>
              </a:ext>
            </a:extLst>
          </p:cNvPr>
          <p:cNvSpPr/>
          <p:nvPr/>
        </p:nvSpPr>
        <p:spPr>
          <a:xfrm>
            <a:off x="6675120" y="91440"/>
            <a:ext cx="2286000" cy="475488"/>
          </a:xfrm>
          <a:prstGeom prst="rect">
            <a:avLst/>
          </a:prstGeom>
          <a:solidFill>
            <a:srgbClr val="2C4F7C"/>
          </a:solidFill>
          <a:ln w="12700">
            <a:solidFill>
              <a:srgbClr val="2C4F7C"/>
            </a:solidFill>
            <a:prstDash val="solid"/>
          </a:ln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BE88EA2B-2767-4CF5-78EB-147A86A36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155448"/>
            <a:ext cx="274320" cy="27432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EB4502A2-FE3F-C0AA-DA0E-DA411191A345}"/>
              </a:ext>
            </a:extLst>
          </p:cNvPr>
          <p:cNvSpPr/>
          <p:nvPr/>
        </p:nvSpPr>
        <p:spPr>
          <a:xfrm>
            <a:off x="7059168" y="914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App API</a:t>
            </a:r>
            <a:endParaRPr lang="en-US" sz="9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EED1F01-5325-62B5-4E99-27870F2B71D4}"/>
              </a:ext>
            </a:extLst>
          </p:cNvPr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956C429-88FE-0B98-BF7F-4F7FC6AA4F8F}"/>
              </a:ext>
            </a:extLst>
          </p:cNvPr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A0E3B77-D949-6179-EA9C-E32962D0F9CC}"/>
              </a:ext>
            </a:extLst>
          </p:cNvPr>
          <p:cNvSpPr/>
          <p:nvPr/>
        </p:nvSpPr>
        <p:spPr>
          <a:xfrm>
            <a:off x="274320" y="804672"/>
            <a:ext cx="422452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0E5DA6E-0B6A-B0D7-8324-232139FFC4F5}"/>
              </a:ext>
            </a:extLst>
          </p:cNvPr>
          <p:cNvSpPr/>
          <p:nvPr/>
        </p:nvSpPr>
        <p:spPr>
          <a:xfrm>
            <a:off x="274320" y="804672"/>
            <a:ext cx="4224528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F99709A-55FE-986D-13A8-A566980500D3}"/>
              </a:ext>
            </a:extLst>
          </p:cNvPr>
          <p:cNvSpPr/>
          <p:nvPr/>
        </p:nvSpPr>
        <p:spPr>
          <a:xfrm>
            <a:off x="402336" y="914400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1C3FA3F-3406-3EC0-6AED-A8A7C3649872}"/>
              </a:ext>
            </a:extLst>
          </p:cNvPr>
          <p:cNvSpPr/>
          <p:nvPr/>
        </p:nvSpPr>
        <p:spPr>
          <a:xfrm>
            <a:off x="402336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73F8F8F-EA06-E3AB-571B-AE89261045A9}"/>
              </a:ext>
            </a:extLst>
          </p:cNvPr>
          <p:cNvSpPr/>
          <p:nvPr/>
        </p:nvSpPr>
        <p:spPr>
          <a:xfrm>
            <a:off x="868680" y="89611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087715A-F613-90F8-344C-5088D19E4A6A}"/>
              </a:ext>
            </a:extLst>
          </p:cNvPr>
          <p:cNvSpPr/>
          <p:nvPr/>
        </p:nvSpPr>
        <p:spPr>
          <a:xfrm>
            <a:off x="1234440" y="896112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Server Not Running — ConnectionRefusedError</a:t>
            </a:r>
            <a:endParaRPr lang="en-US" sz="105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849F9C77-612F-1A8E-1511-6DDB449FAFA3}"/>
              </a:ext>
            </a:extLst>
          </p:cNvPr>
          <p:cNvSpPr/>
          <p:nvPr/>
        </p:nvSpPr>
        <p:spPr>
          <a:xfrm>
            <a:off x="402336" y="1353312"/>
            <a:ext cx="3968496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6B27C31A-4834-E12D-BA50-22DC4C895118}"/>
              </a:ext>
            </a:extLst>
          </p:cNvPr>
          <p:cNvSpPr/>
          <p:nvPr/>
        </p:nvSpPr>
        <p:spPr>
          <a:xfrm>
            <a:off x="402336" y="1444752"/>
            <a:ext cx="74980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6C21803-9638-21B2-CF37-7CFB7A3F036E}"/>
              </a:ext>
            </a:extLst>
          </p:cNvPr>
          <p:cNvSpPr/>
          <p:nvPr/>
        </p:nvSpPr>
        <p:spPr>
          <a:xfrm>
            <a:off x="402336" y="144475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</a:t>
            </a:r>
            <a:endParaRPr lang="en-US" sz="8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2D7D3FD-E455-762D-50B2-1DA5860520F8}"/>
              </a:ext>
            </a:extLst>
          </p:cNvPr>
          <p:cNvSpPr/>
          <p:nvPr/>
        </p:nvSpPr>
        <p:spPr>
          <a:xfrm>
            <a:off x="402336" y="1682496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running Pytest or Robot Framework tests, requests were getting ConnectionRefusedError because the Flask server was not started before running the test suite.</a:t>
            </a:r>
            <a:endParaRPr lang="en-US" sz="9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55D3D80F-FF18-1263-AA43-03215C0EE7CF}"/>
              </a:ext>
            </a:extLst>
          </p:cNvPr>
          <p:cNvSpPr/>
          <p:nvPr/>
        </p:nvSpPr>
        <p:spPr>
          <a:xfrm>
            <a:off x="402336" y="2194560"/>
            <a:ext cx="749808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6EDABEB8-7AEE-D294-3E25-3A72765E9353}"/>
              </a:ext>
            </a:extLst>
          </p:cNvPr>
          <p:cNvSpPr/>
          <p:nvPr/>
        </p:nvSpPr>
        <p:spPr>
          <a:xfrm>
            <a:off x="402336" y="21945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Solution</a:t>
            </a:r>
            <a:endParaRPr lang="en-US" sz="8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576F02C-481B-E514-A0F0-4BE6DC408E36}"/>
              </a:ext>
            </a:extLst>
          </p:cNvPr>
          <p:cNvSpPr/>
          <p:nvPr/>
        </p:nvSpPr>
        <p:spPr>
          <a:xfrm>
            <a:off x="402336" y="243230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clear startup sequence: always run 'python app.py' in one terminal first, then run tests in another. Documented this as a prerequisite in the README.</a:t>
            </a:r>
            <a:endParaRPr lang="en-US" sz="85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94D9D456-E75B-1A98-DF73-8D3CDCB2A2B2}"/>
              </a:ext>
            </a:extLst>
          </p:cNvPr>
          <p:cNvSpPr/>
          <p:nvPr/>
        </p:nvSpPr>
        <p:spPr>
          <a:xfrm>
            <a:off x="4736592" y="804672"/>
            <a:ext cx="422452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502B6FDD-18E0-EF95-4A7E-47F5ED4A14B9}"/>
              </a:ext>
            </a:extLst>
          </p:cNvPr>
          <p:cNvSpPr/>
          <p:nvPr/>
        </p:nvSpPr>
        <p:spPr>
          <a:xfrm>
            <a:off x="4736592" y="804672"/>
            <a:ext cx="4224528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B011292A-E90C-FC22-1F9A-C3E1BD4B9CE4}"/>
              </a:ext>
            </a:extLst>
          </p:cNvPr>
          <p:cNvSpPr/>
          <p:nvPr/>
        </p:nvSpPr>
        <p:spPr>
          <a:xfrm>
            <a:off x="4864608" y="914400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D9E4EB4C-AEBD-9F43-DB38-A0B5855C6EE4}"/>
              </a:ext>
            </a:extLst>
          </p:cNvPr>
          <p:cNvSpPr/>
          <p:nvPr/>
        </p:nvSpPr>
        <p:spPr>
          <a:xfrm>
            <a:off x="4864608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E1154FFF-8448-D47C-9151-9BDA55B73C59}"/>
              </a:ext>
            </a:extLst>
          </p:cNvPr>
          <p:cNvSpPr/>
          <p:nvPr/>
        </p:nvSpPr>
        <p:spPr>
          <a:xfrm>
            <a:off x="5330952" y="89611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EE6F68B4-3253-8BDD-3F50-0D9269DE73B8}"/>
              </a:ext>
            </a:extLst>
          </p:cNvPr>
          <p:cNvSpPr/>
          <p:nvPr/>
        </p:nvSpPr>
        <p:spPr>
          <a:xfrm>
            <a:off x="5696712" y="896112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State — Test Order Dependency</a:t>
            </a:r>
            <a:endParaRPr lang="en-US" sz="1050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3CBD8237-822E-9617-D343-0FE945AB123B}"/>
              </a:ext>
            </a:extLst>
          </p:cNvPr>
          <p:cNvSpPr/>
          <p:nvPr/>
        </p:nvSpPr>
        <p:spPr>
          <a:xfrm>
            <a:off x="4864608" y="1353312"/>
            <a:ext cx="3968496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D212C858-DED0-5B0B-CE06-8238CF4F980C}"/>
              </a:ext>
            </a:extLst>
          </p:cNvPr>
          <p:cNvSpPr/>
          <p:nvPr/>
        </p:nvSpPr>
        <p:spPr>
          <a:xfrm>
            <a:off x="4864608" y="1444752"/>
            <a:ext cx="74980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1E701DD3-94AF-60D7-6F7B-E392886D5B11}"/>
              </a:ext>
            </a:extLst>
          </p:cNvPr>
          <p:cNvSpPr/>
          <p:nvPr/>
        </p:nvSpPr>
        <p:spPr>
          <a:xfrm>
            <a:off x="4864608" y="144475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</a:t>
            </a:r>
            <a:endParaRPr lang="en-US" sz="80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F770A3AD-45E4-3C79-1347-3725F49DE113}"/>
              </a:ext>
            </a:extLst>
          </p:cNvPr>
          <p:cNvSpPr/>
          <p:nvPr/>
        </p:nvSpPr>
        <p:spPr>
          <a:xfrm>
            <a:off x="4864608" y="1682496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tests like 'update restaurant' (API 2) depended on 'register restaurant' (API 1) having run first to create the resource. Running tests in isolation failed with 404.</a:t>
            </a:r>
            <a:endParaRPr lang="en-US" sz="90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A28EECCF-05BD-FBEB-A1FD-D98166838071}"/>
              </a:ext>
            </a:extLst>
          </p:cNvPr>
          <p:cNvSpPr/>
          <p:nvPr/>
        </p:nvSpPr>
        <p:spPr>
          <a:xfrm>
            <a:off x="4864608" y="2194560"/>
            <a:ext cx="749808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73548DD4-7C2C-107B-FF33-5A998423753D}"/>
              </a:ext>
            </a:extLst>
          </p:cNvPr>
          <p:cNvSpPr/>
          <p:nvPr/>
        </p:nvSpPr>
        <p:spPr>
          <a:xfrm>
            <a:off x="4864608" y="219456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Solution</a:t>
            </a:r>
            <a:endParaRPr lang="en-US" sz="8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95AB3AAC-934D-BC1A-55BB-F0993ED4CDCE}"/>
              </a:ext>
            </a:extLst>
          </p:cNvPr>
          <p:cNvSpPr/>
          <p:nvPr/>
        </p:nvSpPr>
        <p:spPr>
          <a:xfrm>
            <a:off x="4864608" y="243230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test functions sequentially (test_1 to test_18) so each builds on the previous. Since Flask uses in-memory storage, data persists within the same server session.</a:t>
            </a:r>
            <a:endParaRPr lang="en-US" sz="850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45E4254B-5AA6-F925-307F-6B8D9840E843}"/>
              </a:ext>
            </a:extLst>
          </p:cNvPr>
          <p:cNvSpPr/>
          <p:nvPr/>
        </p:nvSpPr>
        <p:spPr>
          <a:xfrm>
            <a:off x="274320" y="2889504"/>
            <a:ext cx="422452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65D134CB-CFE2-376B-F655-B3144981ED94}"/>
              </a:ext>
            </a:extLst>
          </p:cNvPr>
          <p:cNvSpPr/>
          <p:nvPr/>
        </p:nvSpPr>
        <p:spPr>
          <a:xfrm>
            <a:off x="274320" y="2889504"/>
            <a:ext cx="4224528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281AF1E1-3976-B07B-29DC-8A0892FB3AE5}"/>
              </a:ext>
            </a:extLst>
          </p:cNvPr>
          <p:cNvSpPr/>
          <p:nvPr/>
        </p:nvSpPr>
        <p:spPr>
          <a:xfrm>
            <a:off x="402336" y="2999232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DD168C5E-CA59-73CE-42AD-D62E87FE789C}"/>
              </a:ext>
            </a:extLst>
          </p:cNvPr>
          <p:cNvSpPr/>
          <p:nvPr/>
        </p:nvSpPr>
        <p:spPr>
          <a:xfrm>
            <a:off x="402336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BDE912C4-7265-0429-32C5-963559D1763C}"/>
              </a:ext>
            </a:extLst>
          </p:cNvPr>
          <p:cNvSpPr/>
          <p:nvPr/>
        </p:nvSpPr>
        <p:spPr>
          <a:xfrm>
            <a:off x="868680" y="2980944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📮</a:t>
            </a:r>
            <a:endParaRPr lang="en-US" sz="16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76B631CC-C453-9688-85A1-AE336AABB074}"/>
              </a:ext>
            </a:extLst>
          </p:cNvPr>
          <p:cNvSpPr/>
          <p:nvPr/>
        </p:nvSpPr>
        <p:spPr>
          <a:xfrm>
            <a:off x="1234440" y="2980944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Wrong Content-Type Header</a:t>
            </a:r>
            <a:endParaRPr lang="en-US" sz="1050" dirty="0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E821BD46-7050-48BD-BEC6-4C759A2192BB}"/>
              </a:ext>
            </a:extLst>
          </p:cNvPr>
          <p:cNvSpPr/>
          <p:nvPr/>
        </p:nvSpPr>
        <p:spPr>
          <a:xfrm>
            <a:off x="402336" y="3438144"/>
            <a:ext cx="3968496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C4936444-2CC1-B045-3B23-CD2DD93367FD}"/>
              </a:ext>
            </a:extLst>
          </p:cNvPr>
          <p:cNvSpPr/>
          <p:nvPr/>
        </p:nvSpPr>
        <p:spPr>
          <a:xfrm>
            <a:off x="402336" y="3529584"/>
            <a:ext cx="74980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63DDFC56-5481-8AB6-21F8-5C7FD095B627}"/>
              </a:ext>
            </a:extLst>
          </p:cNvPr>
          <p:cNvSpPr/>
          <p:nvPr/>
        </p:nvSpPr>
        <p:spPr>
          <a:xfrm>
            <a:off x="402336" y="352958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</a:t>
            </a:r>
            <a:endParaRPr lang="en-US" sz="800" dirty="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785F0835-8012-BAB7-C25B-956C2AA7D399}"/>
              </a:ext>
            </a:extLst>
          </p:cNvPr>
          <p:cNvSpPr/>
          <p:nvPr/>
        </p:nvSpPr>
        <p:spPr>
          <a:xfrm>
            <a:off x="402336" y="3767328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requests in Postman were returning 400 Bad Request even with correct data. The body was being sent as form-data instead of raw JSON.</a:t>
            </a:r>
            <a:endParaRPr lang="en-US" sz="900" dirty="0"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B8B39E05-BDD7-E9F2-9DC6-1FB4952FA817}"/>
              </a:ext>
            </a:extLst>
          </p:cNvPr>
          <p:cNvSpPr/>
          <p:nvPr/>
        </p:nvSpPr>
        <p:spPr>
          <a:xfrm>
            <a:off x="402336" y="4279392"/>
            <a:ext cx="749808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3A92A8FC-B9AD-3F3D-C290-E9044DC7C5CE}"/>
              </a:ext>
            </a:extLst>
          </p:cNvPr>
          <p:cNvSpPr/>
          <p:nvPr/>
        </p:nvSpPr>
        <p:spPr>
          <a:xfrm>
            <a:off x="402336" y="4279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Solution</a:t>
            </a:r>
            <a:endParaRPr lang="en-US" sz="800" dirty="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111C690D-57A2-352F-1024-686C19A0C55E}"/>
              </a:ext>
            </a:extLst>
          </p:cNvPr>
          <p:cNvSpPr/>
          <p:nvPr/>
        </p:nvSpPr>
        <p:spPr>
          <a:xfrm>
            <a:off x="402336" y="451713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Postman body type from 'form-data' to 'raw → JSON' and added Content-Type: application/json header. All POST and PUT requests then returned correct 201/200 responses.</a:t>
            </a:r>
            <a:endParaRPr lang="en-US" sz="850" dirty="0"/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EDAFD61E-BECA-478E-6A5F-0A2F0E0DFA1D}"/>
              </a:ext>
            </a:extLst>
          </p:cNvPr>
          <p:cNvSpPr/>
          <p:nvPr/>
        </p:nvSpPr>
        <p:spPr>
          <a:xfrm>
            <a:off x="4736592" y="2889504"/>
            <a:ext cx="4224528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04329CD0-F2F0-176C-963D-4828E8B5D4C5}"/>
              </a:ext>
            </a:extLst>
          </p:cNvPr>
          <p:cNvSpPr/>
          <p:nvPr/>
        </p:nvSpPr>
        <p:spPr>
          <a:xfrm>
            <a:off x="4736592" y="2889504"/>
            <a:ext cx="4224528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3E230F91-7CAE-D991-3F63-D825DADE8F36}"/>
              </a:ext>
            </a:extLst>
          </p:cNvPr>
          <p:cNvSpPr/>
          <p:nvPr/>
        </p:nvSpPr>
        <p:spPr>
          <a:xfrm>
            <a:off x="4864608" y="2999232"/>
            <a:ext cx="384048" cy="384048"/>
          </a:xfrm>
          <a:prstGeom prst="ellipse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F9877A7D-69C2-EDE5-621D-E8657F66EB1E}"/>
              </a:ext>
            </a:extLst>
          </p:cNvPr>
          <p:cNvSpPr/>
          <p:nvPr/>
        </p:nvSpPr>
        <p:spPr>
          <a:xfrm>
            <a:off x="4864608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D1DA6EB3-FD1A-17A7-6D00-5B21638E6EF4}"/>
              </a:ext>
            </a:extLst>
          </p:cNvPr>
          <p:cNvSpPr/>
          <p:nvPr/>
        </p:nvSpPr>
        <p:spPr>
          <a:xfrm>
            <a:off x="5330952" y="2980944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A549DC78-A932-14D6-4C8F-DA45D95B5CB5}"/>
              </a:ext>
            </a:extLst>
          </p:cNvPr>
          <p:cNvSpPr/>
          <p:nvPr/>
        </p:nvSpPr>
        <p:spPr>
          <a:xfrm>
            <a:off x="5696712" y="2980944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 — RequestsLibrary Session Conflict</a:t>
            </a:r>
            <a:endParaRPr lang="en-US" sz="1050" dirty="0"/>
          </a:p>
        </p:txBody>
      </p:sp>
      <p:sp>
        <p:nvSpPr>
          <p:cNvPr id="56" name="Shape 53">
            <a:extLst>
              <a:ext uri="{FF2B5EF4-FFF2-40B4-BE49-F238E27FC236}">
                <a16:creationId xmlns:a16="http://schemas.microsoft.com/office/drawing/2014/main" id="{923C30F0-624D-8750-57AF-90823CE0D0C8}"/>
              </a:ext>
            </a:extLst>
          </p:cNvPr>
          <p:cNvSpPr/>
          <p:nvPr/>
        </p:nvSpPr>
        <p:spPr>
          <a:xfrm>
            <a:off x="4864608" y="3438144"/>
            <a:ext cx="3968496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57" name="Shape 54">
            <a:extLst>
              <a:ext uri="{FF2B5EF4-FFF2-40B4-BE49-F238E27FC236}">
                <a16:creationId xmlns:a16="http://schemas.microsoft.com/office/drawing/2014/main" id="{BFF3312A-D405-B385-47AF-0525536A988B}"/>
              </a:ext>
            </a:extLst>
          </p:cNvPr>
          <p:cNvSpPr/>
          <p:nvPr/>
        </p:nvSpPr>
        <p:spPr>
          <a:xfrm>
            <a:off x="4864608" y="3529584"/>
            <a:ext cx="74980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D4B84840-2739-4908-CC95-164A80A16CDA}"/>
              </a:ext>
            </a:extLst>
          </p:cNvPr>
          <p:cNvSpPr/>
          <p:nvPr/>
        </p:nvSpPr>
        <p:spPr>
          <a:xfrm>
            <a:off x="4864608" y="352958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</a:t>
            </a:r>
            <a:endParaRPr lang="en-US" sz="800" dirty="0"/>
          </a:p>
        </p:txBody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308F53DB-5AE8-7B0D-AEB6-965613B545C1}"/>
              </a:ext>
            </a:extLst>
          </p:cNvPr>
          <p:cNvSpPr/>
          <p:nvPr/>
        </p:nvSpPr>
        <p:spPr>
          <a:xfrm>
            <a:off x="4864608" y="3767328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all 18 test cases in one suite caused session conflicts because Create Session was called multiple times with the same alias 'foodie', raising a RuntimeError.</a:t>
            </a:r>
            <a:endParaRPr lang="en-US" sz="900" dirty="0"/>
          </a:p>
        </p:txBody>
      </p:sp>
      <p:sp>
        <p:nvSpPr>
          <p:cNvPr id="60" name="Shape 57">
            <a:extLst>
              <a:ext uri="{FF2B5EF4-FFF2-40B4-BE49-F238E27FC236}">
                <a16:creationId xmlns:a16="http://schemas.microsoft.com/office/drawing/2014/main" id="{0E13CB5E-3FE7-76CB-DA7C-808E8FCC7E97}"/>
              </a:ext>
            </a:extLst>
          </p:cNvPr>
          <p:cNvSpPr/>
          <p:nvPr/>
        </p:nvSpPr>
        <p:spPr>
          <a:xfrm>
            <a:off x="4864608" y="4279392"/>
            <a:ext cx="749808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61" name="Text 58">
            <a:extLst>
              <a:ext uri="{FF2B5EF4-FFF2-40B4-BE49-F238E27FC236}">
                <a16:creationId xmlns:a16="http://schemas.microsoft.com/office/drawing/2014/main" id="{C7AE7CE9-5452-CA96-598D-EE2CABEA52C2}"/>
              </a:ext>
            </a:extLst>
          </p:cNvPr>
          <p:cNvSpPr/>
          <p:nvPr/>
        </p:nvSpPr>
        <p:spPr>
          <a:xfrm>
            <a:off x="4864608" y="4279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Solution</a:t>
            </a:r>
            <a:endParaRPr lang="en-US" sz="800" dirty="0"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C20C942F-7029-C991-C0BC-6CAA66F33A82}"/>
              </a:ext>
            </a:extLst>
          </p:cNvPr>
          <p:cNvSpPr/>
          <p:nvPr/>
        </p:nvSpPr>
        <p:spPr>
          <a:xfrm>
            <a:off x="4864608" y="4517136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'Delete All Sessions' in Suite Teardown and structured the test file to call Create Session once in Suite Setup — shared across all 18 test cases cleanly.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970932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Project 3 — Foodie App REST API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with three approaches: Postman (manual) · Pytest (automated) · Robot Framework (automated)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  —  Project 3: Foodie App API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310896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804672"/>
            <a:ext cx="54864" cy="31089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80467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App REST API — Complete Automated Validation Achieved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2779776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07008"/>
            <a:ext cx="2779776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1316736"/>
            <a:ext cx="512064" cy="5120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435608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" y="1901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Manual Testing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2176272"/>
            <a:ext cx="246888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2286000"/>
            <a:ext cx="4572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" y="226771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all 18 endpoints manually using Postman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8640" y="2596896"/>
            <a:ext cx="4572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" y="257860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5 module collections: Restaurant, Dish, Admin, User, Order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8640" y="2907792"/>
            <a:ext cx="4572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6656" y="288950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request bodies, response JSON, and HTTP status codes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8640" y="3218688"/>
            <a:ext cx="4572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6656" y="320040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error handling: 400 for missing fields, 404 for not found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291840" y="1207008"/>
            <a:ext cx="2779776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91840" y="1207008"/>
            <a:ext cx="2779776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50208" y="1316736"/>
            <a:ext cx="512064" cy="5120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1435608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429000" y="1901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— Automated Testing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3429000" y="2176272"/>
            <a:ext cx="246888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3474720" y="2286000"/>
            <a:ext cx="4572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602736" y="226771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test functions in test_foodie.py using requests library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474720" y="2596896"/>
            <a:ext cx="4572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602736" y="257860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function sends HTTP request and asserts status code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474720" y="2907792"/>
            <a:ext cx="4572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02736" y="288950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-v output shows pass/fail for all 18 functions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3474720" y="3218688"/>
            <a:ext cx="4572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02736" y="320040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all 5 modules: Restaurant, Dish, Admin, User, Order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217920" y="1207008"/>
            <a:ext cx="2779776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6217920" y="1207008"/>
            <a:ext cx="2779776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876288" y="1316736"/>
            <a:ext cx="512064" cy="512064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435608"/>
            <a:ext cx="274320" cy="274320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355080" y="1901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 — Automated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6355080" y="2176272"/>
            <a:ext cx="2468880" cy="27432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6400800" y="2286000"/>
            <a:ext cx="45720" cy="23774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6528816" y="2267712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test cases in foodie.robot using RequestsLibrary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6400800" y="2596896"/>
            <a:ext cx="45720" cy="23774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528816" y="257860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Session + POST/PUT/GET/DELETE On Session keywords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6400800" y="2907792"/>
            <a:ext cx="45720" cy="23774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6528816" y="288950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Should Be validates each API response code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6400800" y="3218688"/>
            <a:ext cx="45720" cy="237744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6528816" y="320040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-d reports → auto-generates log.html with all results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365760" y="3602736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49"/>
          <p:cNvSpPr/>
          <p:nvPr/>
        </p:nvSpPr>
        <p:spPr>
          <a:xfrm>
            <a:off x="365760" y="3602736"/>
            <a:ext cx="841248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530352" y="36576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Achievements:</a:t>
            </a:r>
            <a:endParaRPr lang="en-US" sz="950" dirty="0"/>
          </a:p>
        </p:txBody>
      </p:sp>
      <p:sp>
        <p:nvSpPr>
          <p:cNvPr id="56" name="Text 51"/>
          <p:cNvSpPr/>
          <p:nvPr/>
        </p:nvSpPr>
        <p:spPr>
          <a:xfrm>
            <a:off x="1920240" y="3657600"/>
            <a:ext cx="6748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REST endpoints validated  ·  5 feature modules covered  ·  3-layer testing (Manual + Pytest + RF)  ·  All status codes verified  ·  Reusable keyword-driven RF tests  ·  Complete Postman collection</a:t>
            </a:r>
            <a:endParaRPr lang="en-US" sz="900" dirty="0"/>
          </a:p>
        </p:txBody>
      </p:sp>
      <p:sp>
        <p:nvSpPr>
          <p:cNvPr id="57" name="Shape 52"/>
          <p:cNvSpPr/>
          <p:nvPr/>
        </p:nvSpPr>
        <p:spPr>
          <a:xfrm>
            <a:off x="365760" y="4114800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Shape 53"/>
          <p:cNvSpPr/>
          <p:nvPr/>
        </p:nvSpPr>
        <p:spPr>
          <a:xfrm>
            <a:off x="365760" y="4114800"/>
            <a:ext cx="45720" cy="676656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30352" y="41605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Capstone Summary:</a:t>
            </a:r>
            <a:endParaRPr lang="en-US" sz="1000" dirty="0"/>
          </a:p>
        </p:txBody>
      </p:sp>
      <p:sp>
        <p:nvSpPr>
          <p:cNvPr id="60" name="Text 55"/>
          <p:cNvSpPr/>
          <p:nvPr/>
        </p:nvSpPr>
        <p:spPr>
          <a:xfrm>
            <a:off x="2487168" y="4133088"/>
            <a:ext cx="61813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capstone demonstrates end-to-end software testing proficiency — UI automation with Robot Framework (keyword-driven) and Pytest (POM-based), plus REST API automation with Pytest, Robot Framework, and Postman. All three projects follow industry best practices: data-driven testing, modular architecture, CI-ready execution, and comprehensive reporting.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25603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0"/>
            <a:ext cx="914400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56032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17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029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Capstone  ·  Three Projects  ·  One Team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2761488"/>
            <a:ext cx="1508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761488"/>
            <a:ext cx="150876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80720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65760" y="33832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48256" y="2761488"/>
            <a:ext cx="1508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048256" y="2761488"/>
            <a:ext cx="150876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48256" y="280720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29+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2048256" y="33832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730752" y="2761488"/>
            <a:ext cx="1508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730752" y="2761488"/>
            <a:ext cx="150876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30752" y="280720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3730752" y="33832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413248" y="2761488"/>
            <a:ext cx="1508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13248" y="2761488"/>
            <a:ext cx="1508760" cy="45720"/>
          </a:xfrm>
          <a:prstGeom prst="rect">
            <a:avLst/>
          </a:prstGeom>
          <a:solidFill>
            <a:srgbClr val="B7860A"/>
          </a:solidFill>
          <a:ln w="12700">
            <a:solidFill>
              <a:srgbClr val="B7860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13248" y="280720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5413248" y="33832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095744" y="2761488"/>
            <a:ext cx="150876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095744" y="2761488"/>
            <a:ext cx="150876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95744" y="280720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7095744" y="33832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32740"/>
          </a:solidFill>
          <a:ln w="12700">
            <a:solidFill>
              <a:srgbClr val="13274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28600" y="4983480"/>
            <a:ext cx="8686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IIHT | WIPRO  FEB 2026 | CAPSTONE PROJECT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10218</Words>
  <Application>Microsoft Office PowerPoint</Application>
  <PresentationFormat>On-screen Show (16:9)</PresentationFormat>
  <Paragraphs>1447</Paragraphs>
  <Slides>55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Capstone — Full Presentation</dc:title>
  <dc:subject>PptxGenJS Presentation</dc:subject>
  <dc:creator>PptxGenJS</dc:creator>
  <cp:lastModifiedBy>ABHIRAMAKRISHNA M</cp:lastModifiedBy>
  <cp:revision>2</cp:revision>
  <dcterms:created xsi:type="dcterms:W3CDTF">2026-02-21T10:13:09Z</dcterms:created>
  <dcterms:modified xsi:type="dcterms:W3CDTF">2026-02-23T12:14:37Z</dcterms:modified>
</cp:coreProperties>
</file>